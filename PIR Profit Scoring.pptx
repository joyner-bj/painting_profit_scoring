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wdp" ContentType="image/vnd.ms-photo"/>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72" r:id="rId1"/>
  </p:sldMasterIdLst>
  <p:notesMasterIdLst>
    <p:notesMasterId r:id="rId15"/>
  </p:notesMasterIdLst>
  <p:sldIdLst>
    <p:sldId id="256" r:id="rId2"/>
    <p:sldId id="263" r:id="rId3"/>
    <p:sldId id="258" r:id="rId4"/>
    <p:sldId id="271" r:id="rId5"/>
    <p:sldId id="277" r:id="rId6"/>
    <p:sldId id="276" r:id="rId7"/>
    <p:sldId id="278" r:id="rId8"/>
    <p:sldId id="273" r:id="rId9"/>
    <p:sldId id="272" r:id="rId10"/>
    <p:sldId id="265" r:id="rId11"/>
    <p:sldId id="274" r:id="rId12"/>
    <p:sldId id="259" r:id="rId13"/>
    <p:sldId id="275" r:id="rId14"/>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666666"/>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4ADF233D-01A7-4988-9992-6E7CB0A68221}" v="353" dt="2026-02-21T15:58:09.993"/>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4995" autoAdjust="0"/>
    <p:restoredTop sz="83915" autoAdjust="0"/>
  </p:normalViewPr>
  <p:slideViewPr>
    <p:cSldViewPr snapToGrid="0">
      <p:cViewPr varScale="1">
        <p:scale>
          <a:sx n="93" d="100"/>
          <a:sy n="93" d="100"/>
        </p:scale>
        <p:origin x="1272" y="7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heme" Target="theme/theme1.xml"/><Relationship Id="rId3" Type="http://schemas.openxmlformats.org/officeDocument/2006/relationships/slide" Target="slides/slide2.xml"/><Relationship Id="rId21" Type="http://schemas.microsoft.com/office/2015/10/relationships/revisionInfo" Target="revisionInfo.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presProps" Target="presProps.xml"/><Relationship Id="rId20" Type="http://schemas.microsoft.com/office/2016/11/relationships/changesInfo" Target="changesInfos/changesInfo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notesMaster" Target="notesMasters/notesMaster1.xml"/><Relationship Id="rId10" Type="http://schemas.openxmlformats.org/officeDocument/2006/relationships/slide" Target="slides/slide9.xml"/><Relationship Id="rId19"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BJ  Joyner" userId="432ae7a0-a8b6-432a-aa5e-53824d1db62b" providerId="ADAL" clId="{19F092ED-9FBF-40B7-835F-21D4F5CF03A8}"/>
    <pc:docChg chg="undo custSel addSld delSld modSld sldOrd">
      <pc:chgData name="BJ  Joyner" userId="432ae7a0-a8b6-432a-aa5e-53824d1db62b" providerId="ADAL" clId="{19F092ED-9FBF-40B7-835F-21D4F5CF03A8}" dt="2026-02-21T15:59:04.444" v="5537" actId="20577"/>
      <pc:docMkLst>
        <pc:docMk/>
      </pc:docMkLst>
      <pc:sldChg chg="modSp mod">
        <pc:chgData name="BJ  Joyner" userId="432ae7a0-a8b6-432a-aa5e-53824d1db62b" providerId="ADAL" clId="{19F092ED-9FBF-40B7-835F-21D4F5CF03A8}" dt="2026-02-21T05:08:56.074" v="310" actId="20577"/>
        <pc:sldMkLst>
          <pc:docMk/>
          <pc:sldMk cId="2492423521" sldId="256"/>
        </pc:sldMkLst>
        <pc:spChg chg="mod">
          <ac:chgData name="BJ  Joyner" userId="432ae7a0-a8b6-432a-aa5e-53824d1db62b" providerId="ADAL" clId="{19F092ED-9FBF-40B7-835F-21D4F5CF03A8}" dt="2026-02-21T05:08:56.074" v="310" actId="20577"/>
          <ac:spMkLst>
            <pc:docMk/>
            <pc:sldMk cId="2492423521" sldId="256"/>
            <ac:spMk id="3" creationId="{E5EC3DC3-E491-B0E9-1854-9CFCE16ED3AD}"/>
          </ac:spMkLst>
        </pc:spChg>
      </pc:sldChg>
      <pc:sldChg chg="del">
        <pc:chgData name="BJ  Joyner" userId="432ae7a0-a8b6-432a-aa5e-53824d1db62b" providerId="ADAL" clId="{19F092ED-9FBF-40B7-835F-21D4F5CF03A8}" dt="2026-02-21T05:09:17.835" v="311" actId="2696"/>
        <pc:sldMkLst>
          <pc:docMk/>
          <pc:sldMk cId="3598177481" sldId="257"/>
        </pc:sldMkLst>
      </pc:sldChg>
      <pc:sldChg chg="addSp delSp modSp mod addAnim modNotesTx">
        <pc:chgData name="BJ  Joyner" userId="432ae7a0-a8b6-432a-aa5e-53824d1db62b" providerId="ADAL" clId="{19F092ED-9FBF-40B7-835F-21D4F5CF03A8}" dt="2026-02-21T15:12:06.196" v="3918" actId="20577"/>
        <pc:sldMkLst>
          <pc:docMk/>
          <pc:sldMk cId="948694800" sldId="258"/>
        </pc:sldMkLst>
        <pc:spChg chg="mod">
          <ac:chgData name="BJ  Joyner" userId="432ae7a0-a8b6-432a-aa5e-53824d1db62b" providerId="ADAL" clId="{19F092ED-9FBF-40B7-835F-21D4F5CF03A8}" dt="2026-02-21T04:19:32.326" v="76" actId="255"/>
          <ac:spMkLst>
            <pc:docMk/>
            <pc:sldMk cId="948694800" sldId="258"/>
            <ac:spMk id="4" creationId="{64CCB41D-4709-88A4-BAC6-4ECC88E3E110}"/>
          </ac:spMkLst>
        </pc:spChg>
        <pc:spChg chg="del">
          <ac:chgData name="BJ  Joyner" userId="432ae7a0-a8b6-432a-aa5e-53824d1db62b" providerId="ADAL" clId="{19F092ED-9FBF-40B7-835F-21D4F5CF03A8}" dt="2026-02-21T04:19:10.698" v="74" actId="26606"/>
          <ac:spMkLst>
            <pc:docMk/>
            <pc:sldMk cId="948694800" sldId="258"/>
            <ac:spMk id="14" creationId="{F4664CB4-B2D2-4732-AB2C-939321E99D80}"/>
          </ac:spMkLst>
        </pc:spChg>
        <pc:spChg chg="del">
          <ac:chgData name="BJ  Joyner" userId="432ae7a0-a8b6-432a-aa5e-53824d1db62b" providerId="ADAL" clId="{19F092ED-9FBF-40B7-835F-21D4F5CF03A8}" dt="2026-02-21T04:19:10.698" v="74" actId="26606"/>
          <ac:spMkLst>
            <pc:docMk/>
            <pc:sldMk cId="948694800" sldId="258"/>
            <ac:spMk id="16" creationId="{D03168EC-D910-4109-8158-A433124BB014}"/>
          </ac:spMkLst>
        </pc:spChg>
        <pc:spChg chg="del">
          <ac:chgData name="BJ  Joyner" userId="432ae7a0-a8b6-432a-aa5e-53824d1db62b" providerId="ADAL" clId="{19F092ED-9FBF-40B7-835F-21D4F5CF03A8}" dt="2026-02-21T04:19:10.698" v="74" actId="26606"/>
          <ac:spMkLst>
            <pc:docMk/>
            <pc:sldMk cId="948694800" sldId="258"/>
            <ac:spMk id="18" creationId="{52EB50A5-ED88-4DB9-A0A0-1370FEEE64D0}"/>
          </ac:spMkLst>
        </pc:spChg>
        <pc:spChg chg="del">
          <ac:chgData name="BJ  Joyner" userId="432ae7a0-a8b6-432a-aa5e-53824d1db62b" providerId="ADAL" clId="{19F092ED-9FBF-40B7-835F-21D4F5CF03A8}" dt="2026-02-21T04:19:10.698" v="74" actId="26606"/>
          <ac:spMkLst>
            <pc:docMk/>
            <pc:sldMk cId="948694800" sldId="258"/>
            <ac:spMk id="20" creationId="{0AA47C27-8894-42A7-8D01-C902DA9B703A}"/>
          </ac:spMkLst>
        </pc:spChg>
        <pc:spChg chg="add">
          <ac:chgData name="BJ  Joyner" userId="432ae7a0-a8b6-432a-aa5e-53824d1db62b" providerId="ADAL" clId="{19F092ED-9FBF-40B7-835F-21D4F5CF03A8}" dt="2026-02-21T04:19:10.698" v="74" actId="26606"/>
          <ac:spMkLst>
            <pc:docMk/>
            <pc:sldMk cId="948694800" sldId="258"/>
            <ac:spMk id="29" creationId="{AA184731-2495-4C5E-84D7-045E260A3112}"/>
          </ac:spMkLst>
        </pc:spChg>
        <pc:spChg chg="add">
          <ac:chgData name="BJ  Joyner" userId="432ae7a0-a8b6-432a-aa5e-53824d1db62b" providerId="ADAL" clId="{19F092ED-9FBF-40B7-835F-21D4F5CF03A8}" dt="2026-02-21T04:19:10.698" v="74" actId="26606"/>
          <ac:spMkLst>
            <pc:docMk/>
            <pc:sldMk cId="948694800" sldId="258"/>
            <ac:spMk id="31" creationId="{1BDA4DC5-9C94-4C6C-A12F-2E0C8D69B477}"/>
          </ac:spMkLst>
        </pc:spChg>
        <pc:grpChg chg="del">
          <ac:chgData name="BJ  Joyner" userId="432ae7a0-a8b6-432a-aa5e-53824d1db62b" providerId="ADAL" clId="{19F092ED-9FBF-40B7-835F-21D4F5CF03A8}" dt="2026-02-21T04:19:10.698" v="74" actId="26606"/>
          <ac:grpSpMkLst>
            <pc:docMk/>
            <pc:sldMk cId="948694800" sldId="258"/>
            <ac:grpSpMk id="22" creationId="{8B4BD81D-EAC7-4C48-A5FD-A1156EC849E9}"/>
          </ac:grpSpMkLst>
        </pc:grpChg>
        <pc:grpChg chg="add">
          <ac:chgData name="BJ  Joyner" userId="432ae7a0-a8b6-432a-aa5e-53824d1db62b" providerId="ADAL" clId="{19F092ED-9FBF-40B7-835F-21D4F5CF03A8}" dt="2026-02-21T04:19:10.698" v="74" actId="26606"/>
          <ac:grpSpMkLst>
            <pc:docMk/>
            <pc:sldMk cId="948694800" sldId="258"/>
            <ac:grpSpMk id="33" creationId="{CB1E5C71-0EB0-4D54-8D8A-3F99A1696EBE}"/>
          </ac:grpSpMkLst>
        </pc:grpChg>
        <pc:picChg chg="mod modCrop">
          <ac:chgData name="BJ  Joyner" userId="432ae7a0-a8b6-432a-aa5e-53824d1db62b" providerId="ADAL" clId="{19F092ED-9FBF-40B7-835F-21D4F5CF03A8}" dt="2026-02-21T05:11:22.806" v="317" actId="732"/>
          <ac:picMkLst>
            <pc:docMk/>
            <pc:sldMk cId="948694800" sldId="258"/>
            <ac:picMk id="6" creationId="{057C379D-ACE7-2B93-3838-59BBFEA09C9E}"/>
          </ac:picMkLst>
        </pc:picChg>
      </pc:sldChg>
      <pc:sldChg chg="addSp delSp modSp mod modNotesTx">
        <pc:chgData name="BJ  Joyner" userId="432ae7a0-a8b6-432a-aa5e-53824d1db62b" providerId="ADAL" clId="{19F092ED-9FBF-40B7-835F-21D4F5CF03A8}" dt="2026-02-21T06:41:22.814" v="3062" actId="20577"/>
        <pc:sldMkLst>
          <pc:docMk/>
          <pc:sldMk cId="771742402" sldId="259"/>
        </pc:sldMkLst>
        <pc:spChg chg="del mod">
          <ac:chgData name="BJ  Joyner" userId="432ae7a0-a8b6-432a-aa5e-53824d1db62b" providerId="ADAL" clId="{19F092ED-9FBF-40B7-835F-21D4F5CF03A8}" dt="2026-02-21T06:40:37.066" v="3054" actId="478"/>
          <ac:spMkLst>
            <pc:docMk/>
            <pc:sldMk cId="771742402" sldId="259"/>
            <ac:spMk id="2" creationId="{5C527B12-71A6-EDE1-AE28-55C7A1C40530}"/>
          </ac:spMkLst>
        </pc:spChg>
        <pc:spChg chg="mod">
          <ac:chgData name="BJ  Joyner" userId="432ae7a0-a8b6-432a-aa5e-53824d1db62b" providerId="ADAL" clId="{19F092ED-9FBF-40B7-835F-21D4F5CF03A8}" dt="2026-02-21T06:17:46.194" v="1992" actId="14100"/>
          <ac:spMkLst>
            <pc:docMk/>
            <pc:sldMk cId="771742402" sldId="259"/>
            <ac:spMk id="3" creationId="{BC830B0D-2590-E699-8FA0-51C244DB81DC}"/>
          </ac:spMkLst>
        </pc:spChg>
        <pc:spChg chg="add">
          <ac:chgData name="BJ  Joyner" userId="432ae7a0-a8b6-432a-aa5e-53824d1db62b" providerId="ADAL" clId="{19F092ED-9FBF-40B7-835F-21D4F5CF03A8}" dt="2026-02-21T06:23:25.008" v="1993"/>
          <ac:spMkLst>
            <pc:docMk/>
            <pc:sldMk cId="771742402" sldId="259"/>
            <ac:spMk id="4" creationId="{A2101FF6-D449-39A0-BF85-074349A11135}"/>
          </ac:spMkLst>
        </pc:spChg>
        <pc:spChg chg="add">
          <ac:chgData name="BJ  Joyner" userId="432ae7a0-a8b6-432a-aa5e-53824d1db62b" providerId="ADAL" clId="{19F092ED-9FBF-40B7-835F-21D4F5CF03A8}" dt="2026-02-21T06:23:33.573" v="1994"/>
          <ac:spMkLst>
            <pc:docMk/>
            <pc:sldMk cId="771742402" sldId="259"/>
            <ac:spMk id="5" creationId="{786EB361-CDFB-72B5-9A10-C0D96F91F00E}"/>
          </ac:spMkLst>
        </pc:spChg>
        <pc:spChg chg="add mod">
          <ac:chgData name="BJ  Joyner" userId="432ae7a0-a8b6-432a-aa5e-53824d1db62b" providerId="ADAL" clId="{19F092ED-9FBF-40B7-835F-21D4F5CF03A8}" dt="2026-02-21T06:40:29.384" v="3052"/>
          <ac:spMkLst>
            <pc:docMk/>
            <pc:sldMk cId="771742402" sldId="259"/>
            <ac:spMk id="6" creationId="{95FB1F49-E864-BAB7-80C2-0030D7E8E6FD}"/>
          </ac:spMkLst>
        </pc:spChg>
      </pc:sldChg>
      <pc:sldChg chg="modNotesTx">
        <pc:chgData name="BJ  Joyner" userId="432ae7a0-a8b6-432a-aa5e-53824d1db62b" providerId="ADAL" clId="{19F092ED-9FBF-40B7-835F-21D4F5CF03A8}" dt="2026-02-21T15:54:00.914" v="5460" actId="20577"/>
        <pc:sldMkLst>
          <pc:docMk/>
          <pc:sldMk cId="2102896428" sldId="263"/>
        </pc:sldMkLst>
      </pc:sldChg>
      <pc:sldChg chg="addSp delSp modSp mod modNotesTx">
        <pc:chgData name="BJ  Joyner" userId="432ae7a0-a8b6-432a-aa5e-53824d1db62b" providerId="ADAL" clId="{19F092ED-9FBF-40B7-835F-21D4F5CF03A8}" dt="2026-02-21T15:43:30.365" v="4962" actId="20577"/>
        <pc:sldMkLst>
          <pc:docMk/>
          <pc:sldMk cId="650220939" sldId="265"/>
        </pc:sldMkLst>
        <pc:spChg chg="mod">
          <ac:chgData name="BJ  Joyner" userId="432ae7a0-a8b6-432a-aa5e-53824d1db62b" providerId="ADAL" clId="{19F092ED-9FBF-40B7-835F-21D4F5CF03A8}" dt="2026-02-21T04:25:26.844" v="169" actId="20577"/>
          <ac:spMkLst>
            <pc:docMk/>
            <pc:sldMk cId="650220939" sldId="265"/>
            <ac:spMk id="4" creationId="{CD7A9A4F-9AE6-BE35-45FC-0313331B08D5}"/>
          </ac:spMkLst>
        </pc:spChg>
        <pc:picChg chg="add del mod">
          <ac:chgData name="BJ  Joyner" userId="432ae7a0-a8b6-432a-aa5e-53824d1db62b" providerId="ADAL" clId="{19F092ED-9FBF-40B7-835F-21D4F5CF03A8}" dt="2026-02-21T06:15:57.331" v="1936" actId="931"/>
          <ac:picMkLst>
            <pc:docMk/>
            <pc:sldMk cId="650220939" sldId="265"/>
            <ac:picMk id="3" creationId="{52837494-9DCB-333E-B394-8ADA22802BC7}"/>
          </ac:picMkLst>
        </pc:picChg>
        <pc:picChg chg="mod">
          <ac:chgData name="BJ  Joyner" userId="432ae7a0-a8b6-432a-aa5e-53824d1db62b" providerId="ADAL" clId="{19F092ED-9FBF-40B7-835F-21D4F5CF03A8}" dt="2026-02-21T06:16:31.573" v="1941" actId="1076"/>
          <ac:picMkLst>
            <pc:docMk/>
            <pc:sldMk cId="650220939" sldId="265"/>
            <ac:picMk id="6" creationId="{A1D37F28-2577-1C79-6EB3-FB9FCD41C204}"/>
          </ac:picMkLst>
        </pc:picChg>
      </pc:sldChg>
      <pc:sldChg chg="del">
        <pc:chgData name="BJ  Joyner" userId="432ae7a0-a8b6-432a-aa5e-53824d1db62b" providerId="ADAL" clId="{19F092ED-9FBF-40B7-835F-21D4F5CF03A8}" dt="2026-02-21T06:42:52.749" v="3063" actId="2696"/>
        <pc:sldMkLst>
          <pc:docMk/>
          <pc:sldMk cId="2715381097" sldId="266"/>
        </pc:sldMkLst>
      </pc:sldChg>
      <pc:sldChg chg="del">
        <pc:chgData name="BJ  Joyner" userId="432ae7a0-a8b6-432a-aa5e-53824d1db62b" providerId="ADAL" clId="{19F092ED-9FBF-40B7-835F-21D4F5CF03A8}" dt="2026-02-21T06:42:52.749" v="3063" actId="2696"/>
        <pc:sldMkLst>
          <pc:docMk/>
          <pc:sldMk cId="2000226075" sldId="267"/>
        </pc:sldMkLst>
      </pc:sldChg>
      <pc:sldChg chg="del">
        <pc:chgData name="BJ  Joyner" userId="432ae7a0-a8b6-432a-aa5e-53824d1db62b" providerId="ADAL" clId="{19F092ED-9FBF-40B7-835F-21D4F5CF03A8}" dt="2026-02-21T06:42:52.749" v="3063" actId="2696"/>
        <pc:sldMkLst>
          <pc:docMk/>
          <pc:sldMk cId="3494765311" sldId="268"/>
        </pc:sldMkLst>
      </pc:sldChg>
      <pc:sldChg chg="del">
        <pc:chgData name="BJ  Joyner" userId="432ae7a0-a8b6-432a-aa5e-53824d1db62b" providerId="ADAL" clId="{19F092ED-9FBF-40B7-835F-21D4F5CF03A8}" dt="2026-02-21T06:42:52.749" v="3063" actId="2696"/>
        <pc:sldMkLst>
          <pc:docMk/>
          <pc:sldMk cId="2329252761" sldId="269"/>
        </pc:sldMkLst>
      </pc:sldChg>
      <pc:sldChg chg="del">
        <pc:chgData name="BJ  Joyner" userId="432ae7a0-a8b6-432a-aa5e-53824d1db62b" providerId="ADAL" clId="{19F092ED-9FBF-40B7-835F-21D4F5CF03A8}" dt="2026-02-21T06:42:52.749" v="3063" actId="2696"/>
        <pc:sldMkLst>
          <pc:docMk/>
          <pc:sldMk cId="2710452178" sldId="270"/>
        </pc:sldMkLst>
      </pc:sldChg>
      <pc:sldChg chg="modSp add mod modNotesTx">
        <pc:chgData name="BJ  Joyner" userId="432ae7a0-a8b6-432a-aa5e-53824d1db62b" providerId="ADAL" clId="{19F092ED-9FBF-40B7-835F-21D4F5CF03A8}" dt="2026-02-21T15:31:05.868" v="4043" actId="20577"/>
        <pc:sldMkLst>
          <pc:docMk/>
          <pc:sldMk cId="1817616065" sldId="271"/>
        </pc:sldMkLst>
        <pc:spChg chg="mod">
          <ac:chgData name="BJ  Joyner" userId="432ae7a0-a8b6-432a-aa5e-53824d1db62b" providerId="ADAL" clId="{19F092ED-9FBF-40B7-835F-21D4F5CF03A8}" dt="2026-02-21T04:19:51.226" v="84" actId="20577"/>
          <ac:spMkLst>
            <pc:docMk/>
            <pc:sldMk cId="1817616065" sldId="271"/>
            <ac:spMk id="4" creationId="{03B6543F-26D6-4107-0FBD-FAED06B6E5EF}"/>
          </ac:spMkLst>
        </pc:spChg>
        <pc:picChg chg="mod modCrop">
          <ac:chgData name="BJ  Joyner" userId="432ae7a0-a8b6-432a-aa5e-53824d1db62b" providerId="ADAL" clId="{19F092ED-9FBF-40B7-835F-21D4F5CF03A8}" dt="2026-02-21T04:21:11.502" v="91" actId="18131"/>
          <ac:picMkLst>
            <pc:docMk/>
            <pc:sldMk cId="1817616065" sldId="271"/>
            <ac:picMk id="6" creationId="{2E401BB9-9167-5142-7EA0-7D8DC4AE41E5}"/>
          </ac:picMkLst>
        </pc:picChg>
      </pc:sldChg>
      <pc:sldChg chg="modSp add mod modAnim modNotesTx">
        <pc:chgData name="BJ  Joyner" userId="432ae7a0-a8b6-432a-aa5e-53824d1db62b" providerId="ADAL" clId="{19F092ED-9FBF-40B7-835F-21D4F5CF03A8}" dt="2026-02-21T15:41:29.416" v="4867" actId="313"/>
        <pc:sldMkLst>
          <pc:docMk/>
          <pc:sldMk cId="1748636084" sldId="272"/>
        </pc:sldMkLst>
        <pc:spChg chg="mod">
          <ac:chgData name="BJ  Joyner" userId="432ae7a0-a8b6-432a-aa5e-53824d1db62b" providerId="ADAL" clId="{19F092ED-9FBF-40B7-835F-21D4F5CF03A8}" dt="2026-02-21T04:24:22.779" v="140" actId="20577"/>
          <ac:spMkLst>
            <pc:docMk/>
            <pc:sldMk cId="1748636084" sldId="272"/>
            <ac:spMk id="4" creationId="{2316FB50-9290-3083-3872-AD1679F538D9}"/>
          </ac:spMkLst>
        </pc:spChg>
        <pc:picChg chg="mod modCrop">
          <ac:chgData name="BJ  Joyner" userId="432ae7a0-a8b6-432a-aa5e-53824d1db62b" providerId="ADAL" clId="{19F092ED-9FBF-40B7-835F-21D4F5CF03A8}" dt="2026-02-21T05:11:47.289" v="319" actId="1076"/>
          <ac:picMkLst>
            <pc:docMk/>
            <pc:sldMk cId="1748636084" sldId="272"/>
            <ac:picMk id="6" creationId="{79AE2E69-1835-DBD4-DFC5-C9391DD816EA}"/>
          </ac:picMkLst>
        </pc:picChg>
      </pc:sldChg>
      <pc:sldChg chg="modSp add mod ord modAnim modNotesTx">
        <pc:chgData name="BJ  Joyner" userId="432ae7a0-a8b6-432a-aa5e-53824d1db62b" providerId="ADAL" clId="{19F092ED-9FBF-40B7-835F-21D4F5CF03A8}" dt="2026-02-21T15:40:19.446" v="4838" actId="20577"/>
        <pc:sldMkLst>
          <pc:docMk/>
          <pc:sldMk cId="322185073" sldId="273"/>
        </pc:sldMkLst>
        <pc:spChg chg="mod">
          <ac:chgData name="BJ  Joyner" userId="432ae7a0-a8b6-432a-aa5e-53824d1db62b" providerId="ADAL" clId="{19F092ED-9FBF-40B7-835F-21D4F5CF03A8}" dt="2026-02-21T04:22:13.828" v="115" actId="20577"/>
          <ac:spMkLst>
            <pc:docMk/>
            <pc:sldMk cId="322185073" sldId="273"/>
            <ac:spMk id="4" creationId="{9AC9BCCD-8E07-4F74-9BF2-28D514CEB88E}"/>
          </ac:spMkLst>
        </pc:spChg>
        <pc:picChg chg="mod modCrop">
          <ac:chgData name="BJ  Joyner" userId="432ae7a0-a8b6-432a-aa5e-53824d1db62b" providerId="ADAL" clId="{19F092ED-9FBF-40B7-835F-21D4F5CF03A8}" dt="2026-02-21T05:11:35.826" v="318" actId="1076"/>
          <ac:picMkLst>
            <pc:docMk/>
            <pc:sldMk cId="322185073" sldId="273"/>
            <ac:picMk id="6" creationId="{3CC26B79-0E8D-8FB7-A530-C3EF1D71894B}"/>
          </ac:picMkLst>
        </pc:picChg>
      </pc:sldChg>
      <pc:sldChg chg="modSp add mod modNotesTx">
        <pc:chgData name="BJ  Joyner" userId="432ae7a0-a8b6-432a-aa5e-53824d1db62b" providerId="ADAL" clId="{19F092ED-9FBF-40B7-835F-21D4F5CF03A8}" dt="2026-02-21T15:46:11.265" v="5211" actId="20577"/>
        <pc:sldMkLst>
          <pc:docMk/>
          <pc:sldMk cId="2733812266" sldId="274"/>
        </pc:sldMkLst>
        <pc:spChg chg="mod">
          <ac:chgData name="BJ  Joyner" userId="432ae7a0-a8b6-432a-aa5e-53824d1db62b" providerId="ADAL" clId="{19F092ED-9FBF-40B7-835F-21D4F5CF03A8}" dt="2026-02-21T04:37:42.727" v="189" actId="20577"/>
          <ac:spMkLst>
            <pc:docMk/>
            <pc:sldMk cId="2733812266" sldId="274"/>
            <ac:spMk id="4" creationId="{9FD15E69-9BBD-58C7-AB97-0FAD780C842D}"/>
          </ac:spMkLst>
        </pc:spChg>
        <pc:picChg chg="mod">
          <ac:chgData name="BJ  Joyner" userId="432ae7a0-a8b6-432a-aa5e-53824d1db62b" providerId="ADAL" clId="{19F092ED-9FBF-40B7-835F-21D4F5CF03A8}" dt="2026-02-21T06:16:51.030" v="1942" actId="14826"/>
          <ac:picMkLst>
            <pc:docMk/>
            <pc:sldMk cId="2733812266" sldId="274"/>
            <ac:picMk id="6" creationId="{193E585B-A43D-26DA-78FD-49419E19886F}"/>
          </ac:picMkLst>
        </pc:picChg>
      </pc:sldChg>
      <pc:sldChg chg="addSp delSp modSp add mod">
        <pc:chgData name="BJ  Joyner" userId="432ae7a0-a8b6-432a-aa5e-53824d1db62b" providerId="ADAL" clId="{19F092ED-9FBF-40B7-835F-21D4F5CF03A8}" dt="2026-02-21T06:41:06.496" v="3059" actId="1076"/>
        <pc:sldMkLst>
          <pc:docMk/>
          <pc:sldMk cId="3216452497" sldId="275"/>
        </pc:sldMkLst>
        <pc:spChg chg="mod">
          <ac:chgData name="BJ  Joyner" userId="432ae7a0-a8b6-432a-aa5e-53824d1db62b" providerId="ADAL" clId="{19F092ED-9FBF-40B7-835F-21D4F5CF03A8}" dt="2026-02-21T06:41:06.496" v="3059" actId="1076"/>
          <ac:spMkLst>
            <pc:docMk/>
            <pc:sldMk cId="3216452497" sldId="275"/>
            <ac:spMk id="2" creationId="{17B4A158-5A13-B2B3-DC7E-963ED188BEF5}"/>
          </ac:spMkLst>
        </pc:spChg>
        <pc:spChg chg="add del mod">
          <ac:chgData name="BJ  Joyner" userId="432ae7a0-a8b6-432a-aa5e-53824d1db62b" providerId="ADAL" clId="{19F092ED-9FBF-40B7-835F-21D4F5CF03A8}" dt="2026-02-21T06:40:55.253" v="3057" actId="478"/>
          <ac:spMkLst>
            <pc:docMk/>
            <pc:sldMk cId="3216452497" sldId="275"/>
            <ac:spMk id="5" creationId="{CB24B05A-9998-CB8C-7292-A525C840387B}"/>
          </ac:spMkLst>
        </pc:spChg>
      </pc:sldChg>
      <pc:sldChg chg="addSp delSp modSp add mod ord setBg addAnim delAnim modAnim setClrOvrMap modNotesTx">
        <pc:chgData name="BJ  Joyner" userId="432ae7a0-a8b6-432a-aa5e-53824d1db62b" providerId="ADAL" clId="{19F092ED-9FBF-40B7-835F-21D4F5CF03A8}" dt="2026-02-21T15:58:30.022" v="5465"/>
        <pc:sldMkLst>
          <pc:docMk/>
          <pc:sldMk cId="3346977046" sldId="276"/>
        </pc:sldMkLst>
        <pc:spChg chg="mod ord">
          <ac:chgData name="BJ  Joyner" userId="432ae7a0-a8b6-432a-aa5e-53824d1db62b" providerId="ADAL" clId="{19F092ED-9FBF-40B7-835F-21D4F5CF03A8}" dt="2026-02-21T07:09:08.906" v="3818" actId="255"/>
          <ac:spMkLst>
            <pc:docMk/>
            <pc:sldMk cId="3346977046" sldId="276"/>
            <ac:spMk id="4" creationId="{C80CD60A-1554-8629-DA62-72DA567519B4}"/>
          </ac:spMkLst>
        </pc:spChg>
        <pc:spChg chg="add del">
          <ac:chgData name="BJ  Joyner" userId="432ae7a0-a8b6-432a-aa5e-53824d1db62b" providerId="ADAL" clId="{19F092ED-9FBF-40B7-835F-21D4F5CF03A8}" dt="2026-02-21T07:00:20.419" v="3076" actId="26606"/>
          <ac:spMkLst>
            <pc:docMk/>
            <pc:sldMk cId="3346977046" sldId="276"/>
            <ac:spMk id="14" creationId="{7FD72044-BFD2-7BD7-058A-74E3D3BC121A}"/>
          </ac:spMkLst>
        </pc:spChg>
        <pc:spChg chg="add del">
          <ac:chgData name="BJ  Joyner" userId="432ae7a0-a8b6-432a-aa5e-53824d1db62b" providerId="ADAL" clId="{19F092ED-9FBF-40B7-835F-21D4F5CF03A8}" dt="2026-02-21T07:00:20.419" v="3076" actId="26606"/>
          <ac:spMkLst>
            <pc:docMk/>
            <pc:sldMk cId="3346977046" sldId="276"/>
            <ac:spMk id="16" creationId="{3D9048AF-D068-186B-EA61-9D110F3A5D62}"/>
          </ac:spMkLst>
        </pc:spChg>
        <pc:spChg chg="add del">
          <ac:chgData name="BJ  Joyner" userId="432ae7a0-a8b6-432a-aa5e-53824d1db62b" providerId="ADAL" clId="{19F092ED-9FBF-40B7-835F-21D4F5CF03A8}" dt="2026-02-21T07:00:20.419" v="3076" actId="26606"/>
          <ac:spMkLst>
            <pc:docMk/>
            <pc:sldMk cId="3346977046" sldId="276"/>
            <ac:spMk id="18" creationId="{8EFCBCFA-517D-A0DD-FA7D-F277FCD3DB7A}"/>
          </ac:spMkLst>
        </pc:spChg>
        <pc:spChg chg="add del">
          <ac:chgData name="BJ  Joyner" userId="432ae7a0-a8b6-432a-aa5e-53824d1db62b" providerId="ADAL" clId="{19F092ED-9FBF-40B7-835F-21D4F5CF03A8}" dt="2026-02-21T07:00:20.419" v="3076" actId="26606"/>
          <ac:spMkLst>
            <pc:docMk/>
            <pc:sldMk cId="3346977046" sldId="276"/>
            <ac:spMk id="20" creationId="{041F1DE7-151A-CFFE-FB8C-F9C2D684EB60}"/>
          </ac:spMkLst>
        </pc:spChg>
        <pc:spChg chg="add del">
          <ac:chgData name="BJ  Joyner" userId="432ae7a0-a8b6-432a-aa5e-53824d1db62b" providerId="ADAL" clId="{19F092ED-9FBF-40B7-835F-21D4F5CF03A8}" dt="2026-02-21T07:00:08.745" v="3072" actId="26606"/>
          <ac:spMkLst>
            <pc:docMk/>
            <pc:sldMk cId="3346977046" sldId="276"/>
            <ac:spMk id="29" creationId="{0680B5D0-24EC-465A-A0E6-C4DF951E0043}"/>
          </ac:spMkLst>
        </pc:spChg>
        <pc:spChg chg="add del">
          <ac:chgData name="BJ  Joyner" userId="432ae7a0-a8b6-432a-aa5e-53824d1db62b" providerId="ADAL" clId="{19F092ED-9FBF-40B7-835F-21D4F5CF03A8}" dt="2026-02-21T07:00:08.745" v="3072" actId="26606"/>
          <ac:spMkLst>
            <pc:docMk/>
            <pc:sldMk cId="3346977046" sldId="276"/>
            <ac:spMk id="31" creationId="{30BF1B50-A83E-4ED6-A2AA-C943C1F89F85}"/>
          </ac:spMkLst>
        </pc:spChg>
        <pc:spChg chg="add del">
          <ac:chgData name="BJ  Joyner" userId="432ae7a0-a8b6-432a-aa5e-53824d1db62b" providerId="ADAL" clId="{19F092ED-9FBF-40B7-835F-21D4F5CF03A8}" dt="2026-02-21T07:00:08.745" v="3072" actId="26606"/>
          <ac:spMkLst>
            <pc:docMk/>
            <pc:sldMk cId="3346977046" sldId="276"/>
            <ac:spMk id="33" creationId="{1F31E8B2-210B-4B90-83BB-3B180732EF38}"/>
          </ac:spMkLst>
        </pc:spChg>
        <pc:spChg chg="add del">
          <ac:chgData name="BJ  Joyner" userId="432ae7a0-a8b6-432a-aa5e-53824d1db62b" providerId="ADAL" clId="{19F092ED-9FBF-40B7-835F-21D4F5CF03A8}" dt="2026-02-21T07:00:08.745" v="3072" actId="26606"/>
          <ac:spMkLst>
            <pc:docMk/>
            <pc:sldMk cId="3346977046" sldId="276"/>
            <ac:spMk id="35" creationId="{6B387409-2B98-40F8-A65F-EF7CF989512F}"/>
          </ac:spMkLst>
        </pc:spChg>
        <pc:spChg chg="add del">
          <ac:chgData name="BJ  Joyner" userId="432ae7a0-a8b6-432a-aa5e-53824d1db62b" providerId="ADAL" clId="{19F092ED-9FBF-40B7-835F-21D4F5CF03A8}" dt="2026-02-21T07:00:20.410" v="3075" actId="26606"/>
          <ac:spMkLst>
            <pc:docMk/>
            <pc:sldMk cId="3346977046" sldId="276"/>
            <ac:spMk id="41" creationId="{8363C3DA-5063-4048-965B-F5FDB35CCC78}"/>
          </ac:spMkLst>
        </pc:spChg>
        <pc:spChg chg="add del">
          <ac:chgData name="BJ  Joyner" userId="432ae7a0-a8b6-432a-aa5e-53824d1db62b" providerId="ADAL" clId="{19F092ED-9FBF-40B7-835F-21D4F5CF03A8}" dt="2026-02-21T07:00:20.410" v="3075" actId="26606"/>
          <ac:spMkLst>
            <pc:docMk/>
            <pc:sldMk cId="3346977046" sldId="276"/>
            <ac:spMk id="42" creationId="{4BE79ECB-20D1-486E-B39D-0F98D69BEBAF}"/>
          </ac:spMkLst>
        </pc:spChg>
        <pc:spChg chg="add del">
          <ac:chgData name="BJ  Joyner" userId="432ae7a0-a8b6-432a-aa5e-53824d1db62b" providerId="ADAL" clId="{19F092ED-9FBF-40B7-835F-21D4F5CF03A8}" dt="2026-02-21T07:00:20.410" v="3075" actId="26606"/>
          <ac:spMkLst>
            <pc:docMk/>
            <pc:sldMk cId="3346977046" sldId="276"/>
            <ac:spMk id="43" creationId="{E2F1DBD8-7930-4EF6-AF8F-F6A674303635}"/>
          </ac:spMkLst>
        </pc:spChg>
        <pc:spChg chg="add del">
          <ac:chgData name="BJ  Joyner" userId="432ae7a0-a8b6-432a-aa5e-53824d1db62b" providerId="ADAL" clId="{19F092ED-9FBF-40B7-835F-21D4F5CF03A8}" dt="2026-02-21T07:00:20.410" v="3075" actId="26606"/>
          <ac:spMkLst>
            <pc:docMk/>
            <pc:sldMk cId="3346977046" sldId="276"/>
            <ac:spMk id="44" creationId="{F39044D3-8725-4D57-BD64-A96E7C271A33}"/>
          </ac:spMkLst>
        </pc:spChg>
        <pc:spChg chg="add del">
          <ac:chgData name="BJ  Joyner" userId="432ae7a0-a8b6-432a-aa5e-53824d1db62b" providerId="ADAL" clId="{19F092ED-9FBF-40B7-835F-21D4F5CF03A8}" dt="2026-02-21T07:05:26.980" v="3718" actId="26606"/>
          <ac:spMkLst>
            <pc:docMk/>
            <pc:sldMk cId="3346977046" sldId="276"/>
            <ac:spMk id="49" creationId="{5C28659E-412C-4600-B45E-BAE370BC24B9}"/>
          </ac:spMkLst>
        </pc:spChg>
        <pc:spChg chg="add del">
          <ac:chgData name="BJ  Joyner" userId="432ae7a0-a8b6-432a-aa5e-53824d1db62b" providerId="ADAL" clId="{19F092ED-9FBF-40B7-835F-21D4F5CF03A8}" dt="2026-02-21T07:05:26.980" v="3718" actId="26606"/>
          <ac:spMkLst>
            <pc:docMk/>
            <pc:sldMk cId="3346977046" sldId="276"/>
            <ac:spMk id="50" creationId="{AE95896B-6905-4618-A7DF-DED8A61FBC83}"/>
          </ac:spMkLst>
        </pc:spChg>
        <pc:spChg chg="add del">
          <ac:chgData name="BJ  Joyner" userId="432ae7a0-a8b6-432a-aa5e-53824d1db62b" providerId="ADAL" clId="{19F092ED-9FBF-40B7-835F-21D4F5CF03A8}" dt="2026-02-21T07:05:26.980" v="3718" actId="26606"/>
          <ac:spMkLst>
            <pc:docMk/>
            <pc:sldMk cId="3346977046" sldId="276"/>
            <ac:spMk id="51" creationId="{7748BD8C-4984-4138-94CA-2DC5F39DC379}"/>
          </ac:spMkLst>
        </pc:spChg>
        <pc:spChg chg="add del">
          <ac:chgData name="BJ  Joyner" userId="432ae7a0-a8b6-432a-aa5e-53824d1db62b" providerId="ADAL" clId="{19F092ED-9FBF-40B7-835F-21D4F5CF03A8}" dt="2026-02-21T07:05:26.970" v="3717" actId="26606"/>
          <ac:spMkLst>
            <pc:docMk/>
            <pc:sldMk cId="3346977046" sldId="276"/>
            <ac:spMk id="56" creationId="{8363C3DA-5063-4048-965B-F5FDB35CCC78}"/>
          </ac:spMkLst>
        </pc:spChg>
        <pc:spChg chg="add del">
          <ac:chgData name="BJ  Joyner" userId="432ae7a0-a8b6-432a-aa5e-53824d1db62b" providerId="ADAL" clId="{19F092ED-9FBF-40B7-835F-21D4F5CF03A8}" dt="2026-02-21T07:05:26.970" v="3717" actId="26606"/>
          <ac:spMkLst>
            <pc:docMk/>
            <pc:sldMk cId="3346977046" sldId="276"/>
            <ac:spMk id="58" creationId="{4BE79ECB-20D1-486E-B39D-0F98D69BEBAF}"/>
          </ac:spMkLst>
        </pc:spChg>
        <pc:spChg chg="add del">
          <ac:chgData name="BJ  Joyner" userId="432ae7a0-a8b6-432a-aa5e-53824d1db62b" providerId="ADAL" clId="{19F092ED-9FBF-40B7-835F-21D4F5CF03A8}" dt="2026-02-21T07:05:26.970" v="3717" actId="26606"/>
          <ac:spMkLst>
            <pc:docMk/>
            <pc:sldMk cId="3346977046" sldId="276"/>
            <ac:spMk id="60" creationId="{E2F1DBD8-7930-4EF6-AF8F-F6A674303635}"/>
          </ac:spMkLst>
        </pc:spChg>
        <pc:spChg chg="add del">
          <ac:chgData name="BJ  Joyner" userId="432ae7a0-a8b6-432a-aa5e-53824d1db62b" providerId="ADAL" clId="{19F092ED-9FBF-40B7-835F-21D4F5CF03A8}" dt="2026-02-21T07:05:26.970" v="3717" actId="26606"/>
          <ac:spMkLst>
            <pc:docMk/>
            <pc:sldMk cId="3346977046" sldId="276"/>
            <ac:spMk id="62" creationId="{F39044D3-8725-4D57-BD64-A96E7C271A33}"/>
          </ac:spMkLst>
        </pc:spChg>
        <pc:spChg chg="add">
          <ac:chgData name="BJ  Joyner" userId="432ae7a0-a8b6-432a-aa5e-53824d1db62b" providerId="ADAL" clId="{19F092ED-9FBF-40B7-835F-21D4F5CF03A8}" dt="2026-02-21T07:05:26.980" v="3718" actId="26606"/>
          <ac:spMkLst>
            <pc:docMk/>
            <pc:sldMk cId="3346977046" sldId="276"/>
            <ac:spMk id="68" creationId="{0E2D3DCD-4716-40AA-90C0-6F2F9F116CF3}"/>
          </ac:spMkLst>
        </pc:spChg>
        <pc:spChg chg="add">
          <ac:chgData name="BJ  Joyner" userId="432ae7a0-a8b6-432a-aa5e-53824d1db62b" providerId="ADAL" clId="{19F092ED-9FBF-40B7-835F-21D4F5CF03A8}" dt="2026-02-21T07:05:26.980" v="3718" actId="26606"/>
          <ac:spMkLst>
            <pc:docMk/>
            <pc:sldMk cId="3346977046" sldId="276"/>
            <ac:spMk id="69" creationId="{037BACED-9574-4AAE-9D04-5100308350B6}"/>
          </ac:spMkLst>
        </pc:spChg>
        <pc:grpChg chg="del">
          <ac:chgData name="BJ  Joyner" userId="432ae7a0-a8b6-432a-aa5e-53824d1db62b" providerId="ADAL" clId="{19F092ED-9FBF-40B7-835F-21D4F5CF03A8}" dt="2026-02-21T07:00:20.419" v="3076" actId="26606"/>
          <ac:grpSpMkLst>
            <pc:docMk/>
            <pc:sldMk cId="3346977046" sldId="276"/>
            <ac:grpSpMk id="22" creationId="{C60BD6E1-B3DA-51AF-58DE-EAD1CB78F816}"/>
          </ac:grpSpMkLst>
        </pc:grpChg>
        <pc:grpChg chg="add del">
          <ac:chgData name="BJ  Joyner" userId="432ae7a0-a8b6-432a-aa5e-53824d1db62b" providerId="ADAL" clId="{19F092ED-9FBF-40B7-835F-21D4F5CF03A8}" dt="2026-02-21T07:05:26.970" v="3717" actId="26606"/>
          <ac:grpSpMkLst>
            <pc:docMk/>
            <pc:sldMk cId="3346977046" sldId="276"/>
            <ac:grpSpMk id="64" creationId="{8DCC089B-F750-4C12-822F-DF53F4DD36BE}"/>
          </ac:grpSpMkLst>
        </pc:grpChg>
        <pc:picChg chg="add del mod ord modCrop">
          <ac:chgData name="BJ  Joyner" userId="432ae7a0-a8b6-432a-aa5e-53824d1db62b" providerId="ADAL" clId="{19F092ED-9FBF-40B7-835F-21D4F5CF03A8}" dt="2026-02-21T07:15:43.638" v="3903" actId="29295"/>
          <ac:picMkLst>
            <pc:docMk/>
            <pc:sldMk cId="3346977046" sldId="276"/>
            <ac:picMk id="3" creationId="{00BD5EBF-A1CE-2FC0-3F17-21AC9B3A8D89}"/>
          </ac:picMkLst>
        </pc:picChg>
        <pc:picChg chg="del">
          <ac:chgData name="BJ  Joyner" userId="432ae7a0-a8b6-432a-aa5e-53824d1db62b" providerId="ADAL" clId="{19F092ED-9FBF-40B7-835F-21D4F5CF03A8}" dt="2026-02-21T06:59:20.391" v="3070" actId="478"/>
          <ac:picMkLst>
            <pc:docMk/>
            <pc:sldMk cId="3346977046" sldId="276"/>
            <ac:picMk id="6" creationId="{C6036E20-52B5-67D0-CFB3-B31CC6393A42}"/>
          </ac:picMkLst>
        </pc:picChg>
      </pc:sldChg>
      <pc:sldChg chg="addSp delSp modSp add mod delAnim modNotesTx">
        <pc:chgData name="BJ  Joyner" userId="432ae7a0-a8b6-432a-aa5e-53824d1db62b" providerId="ADAL" clId="{19F092ED-9FBF-40B7-835F-21D4F5CF03A8}" dt="2026-02-21T15:59:04.444" v="5537" actId="20577"/>
        <pc:sldMkLst>
          <pc:docMk/>
          <pc:sldMk cId="3076379669" sldId="277"/>
        </pc:sldMkLst>
        <pc:spChg chg="del mod">
          <ac:chgData name="BJ  Joyner" userId="432ae7a0-a8b6-432a-aa5e-53824d1db62b" providerId="ADAL" clId="{19F092ED-9FBF-40B7-835F-21D4F5CF03A8}" dt="2026-02-21T07:12:22.150" v="3842" actId="478"/>
          <ac:spMkLst>
            <pc:docMk/>
            <pc:sldMk cId="3076379669" sldId="277"/>
            <ac:spMk id="4" creationId="{EC05E478-515B-17C4-CC15-B89CEAAF6398}"/>
          </ac:spMkLst>
        </pc:spChg>
        <pc:spChg chg="add del mod">
          <ac:chgData name="BJ  Joyner" userId="432ae7a0-a8b6-432a-aa5e-53824d1db62b" providerId="ADAL" clId="{19F092ED-9FBF-40B7-835F-21D4F5CF03A8}" dt="2026-02-21T07:13:04.275" v="3850" actId="478"/>
          <ac:spMkLst>
            <pc:docMk/>
            <pc:sldMk cId="3076379669" sldId="277"/>
            <ac:spMk id="5" creationId="{9B0BEFBE-DB6B-A0C8-2C69-01A93521A4DE}"/>
          </ac:spMkLst>
        </pc:spChg>
        <pc:picChg chg="del mod ord modCrop">
          <ac:chgData name="BJ  Joyner" userId="432ae7a0-a8b6-432a-aa5e-53824d1db62b" providerId="ADAL" clId="{19F092ED-9FBF-40B7-835F-21D4F5CF03A8}" dt="2026-02-21T07:13:00.918" v="3849" actId="478"/>
          <ac:picMkLst>
            <pc:docMk/>
            <pc:sldMk cId="3076379669" sldId="277"/>
            <ac:picMk id="3" creationId="{95A215D9-7BAA-6F55-CCC1-339230AB3661}"/>
          </ac:picMkLst>
        </pc:picChg>
        <pc:picChg chg="add mod">
          <ac:chgData name="BJ  Joyner" userId="432ae7a0-a8b6-432a-aa5e-53824d1db62b" providerId="ADAL" clId="{19F092ED-9FBF-40B7-835F-21D4F5CF03A8}" dt="2026-02-21T15:58:09.992" v="5462" actId="14826"/>
          <ac:picMkLst>
            <pc:docMk/>
            <pc:sldMk cId="3076379669" sldId="277"/>
            <ac:picMk id="7" creationId="{4331D284-78EA-0C1D-2AAE-EE8BE547D032}"/>
          </ac:picMkLst>
        </pc:picChg>
      </pc:sldChg>
      <pc:sldChg chg="add">
        <pc:chgData name="BJ  Joyner" userId="432ae7a0-a8b6-432a-aa5e-53824d1db62b" providerId="ADAL" clId="{19F092ED-9FBF-40B7-835F-21D4F5CF03A8}" dt="2026-02-21T15:57:07.100" v="5461" actId="2890"/>
        <pc:sldMkLst>
          <pc:docMk/>
          <pc:sldMk cId="2776816191" sldId="278"/>
        </pc:sldMkLst>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9DF3DD48-0FD3-4105-A027-6AE46C47E095}" type="datetimeFigureOut">
              <a:rPr lang="en-US" smtClean="0"/>
              <a:t>2/21/2026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8C8CC2DF-42A3-46EA-AD69-49E4C410BDEC}" type="slidenum">
              <a:rPr lang="en-US" smtClean="0"/>
              <a:t>‹#›</a:t>
            </a:fld>
            <a:endParaRPr lang="en-US"/>
          </a:p>
        </p:txBody>
      </p:sp>
    </p:spTree>
    <p:extLst>
      <p:ext uri="{BB962C8B-B14F-4D97-AF65-F5344CB8AC3E}">
        <p14:creationId xmlns:p14="http://schemas.microsoft.com/office/powerpoint/2010/main" val="251666148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8C8CC2DF-42A3-46EA-AD69-49E4C410BDEC}" type="slidenum">
              <a:rPr lang="en-US" smtClean="0"/>
              <a:t>1</a:t>
            </a:fld>
            <a:endParaRPr lang="en-US"/>
          </a:p>
        </p:txBody>
      </p:sp>
    </p:spTree>
    <p:extLst>
      <p:ext uri="{BB962C8B-B14F-4D97-AF65-F5344CB8AC3E}">
        <p14:creationId xmlns:p14="http://schemas.microsoft.com/office/powerpoint/2010/main" val="2618467837"/>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Its important to celebrate when the company is doing well but to also take advantage of the momentum, look at what works and continue to make adjustments that fine tune our processes.</a:t>
            </a:r>
          </a:p>
        </p:txBody>
      </p:sp>
      <p:sp>
        <p:nvSpPr>
          <p:cNvPr id="4" name="Slide Number Placeholder 3"/>
          <p:cNvSpPr>
            <a:spLocks noGrp="1"/>
          </p:cNvSpPr>
          <p:nvPr>
            <p:ph type="sldNum" sz="quarter" idx="5"/>
          </p:nvPr>
        </p:nvSpPr>
        <p:spPr/>
        <p:txBody>
          <a:bodyPr/>
          <a:lstStyle/>
          <a:p>
            <a:fld id="{8C8CC2DF-42A3-46EA-AD69-49E4C410BDEC}" type="slidenum">
              <a:rPr lang="en-US" smtClean="0"/>
              <a:t>2</a:t>
            </a:fld>
            <a:endParaRPr lang="en-US"/>
          </a:p>
        </p:txBody>
      </p:sp>
    </p:spTree>
    <p:extLst>
      <p:ext uri="{BB962C8B-B14F-4D97-AF65-F5344CB8AC3E}">
        <p14:creationId xmlns:p14="http://schemas.microsoft.com/office/powerpoint/2010/main" val="1683021372"/>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Painting, in blue, has the widest range, showing that paint jobs can greatly vary. Carpentry, in red, and Claudio’s blend of painting and carpentry are mush tighter. Extremely large or small job jobs show up less.</a:t>
            </a:r>
          </a:p>
        </p:txBody>
      </p:sp>
      <p:sp>
        <p:nvSpPr>
          <p:cNvPr id="4" name="Slide Number Placeholder 3"/>
          <p:cNvSpPr>
            <a:spLocks noGrp="1"/>
          </p:cNvSpPr>
          <p:nvPr>
            <p:ph type="sldNum" sz="quarter" idx="5"/>
          </p:nvPr>
        </p:nvSpPr>
        <p:spPr/>
        <p:txBody>
          <a:bodyPr/>
          <a:lstStyle/>
          <a:p>
            <a:fld id="{8C8CC2DF-42A3-46EA-AD69-49E4C410BDEC}" type="slidenum">
              <a:rPr lang="en-US" smtClean="0"/>
              <a:t>3</a:t>
            </a:fld>
            <a:endParaRPr lang="en-US"/>
          </a:p>
        </p:txBody>
      </p:sp>
    </p:spTree>
    <p:extLst>
      <p:ext uri="{BB962C8B-B14F-4D97-AF65-F5344CB8AC3E}">
        <p14:creationId xmlns:p14="http://schemas.microsoft.com/office/powerpoint/2010/main" val="1646009092"/>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shows Gross Profit by % so that it doesn’t outweigh larger jobs. This shows more consistency across the board, but Patrick needs to keep a closer eye on some of his jobs.</a:t>
            </a:r>
          </a:p>
        </p:txBody>
      </p:sp>
      <p:sp>
        <p:nvSpPr>
          <p:cNvPr id="4" name="Slide Number Placeholder 3"/>
          <p:cNvSpPr>
            <a:spLocks noGrp="1"/>
          </p:cNvSpPr>
          <p:nvPr>
            <p:ph type="sldNum" sz="quarter" idx="5"/>
          </p:nvPr>
        </p:nvSpPr>
        <p:spPr/>
        <p:txBody>
          <a:bodyPr/>
          <a:lstStyle/>
          <a:p>
            <a:fld id="{8C8CC2DF-42A3-46EA-AD69-49E4C410BDEC}" type="slidenum">
              <a:rPr lang="en-US" smtClean="0"/>
              <a:t>4</a:t>
            </a:fld>
            <a:endParaRPr lang="en-US"/>
          </a:p>
        </p:txBody>
      </p:sp>
    </p:spTree>
    <p:extLst>
      <p:ext uri="{BB962C8B-B14F-4D97-AF65-F5344CB8AC3E}">
        <p14:creationId xmlns:p14="http://schemas.microsoft.com/office/powerpoint/2010/main" val="1551284165"/>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129F586-A67B-BB13-9A77-548DB665352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6BBEBA1-3CB8-D3A4-1948-4DD419676C02}"/>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DA75C239-AB07-30A5-5E9F-4FF001C8D62C}"/>
              </a:ext>
            </a:extLst>
          </p:cNvPr>
          <p:cNvSpPr>
            <a:spLocks noGrp="1"/>
          </p:cNvSpPr>
          <p:nvPr>
            <p:ph type="body" idx="1"/>
          </p:nvPr>
        </p:nvSpPr>
        <p:spPr/>
        <p:txBody>
          <a:bodyPr/>
          <a:lstStyle/>
          <a:p>
            <a:r>
              <a:rPr lang="en-US" dirty="0"/>
              <a:t>This shows how job numbers change for each </a:t>
            </a:r>
            <a:r>
              <a:rPr lang="en-US"/>
              <a:t>division throughout </a:t>
            </a:r>
            <a:r>
              <a:rPr lang="en-US" dirty="0"/>
              <a:t>the year.</a:t>
            </a:r>
          </a:p>
        </p:txBody>
      </p:sp>
      <p:sp>
        <p:nvSpPr>
          <p:cNvPr id="4" name="Slide Number Placeholder 3">
            <a:extLst>
              <a:ext uri="{FF2B5EF4-FFF2-40B4-BE49-F238E27FC236}">
                <a16:creationId xmlns:a16="http://schemas.microsoft.com/office/drawing/2014/main" id="{5BBCB9F6-9F31-2C14-4298-40469D3FD3B5}"/>
              </a:ext>
            </a:extLst>
          </p:cNvPr>
          <p:cNvSpPr>
            <a:spLocks noGrp="1"/>
          </p:cNvSpPr>
          <p:nvPr>
            <p:ph type="sldNum" sz="quarter" idx="5"/>
          </p:nvPr>
        </p:nvSpPr>
        <p:spPr/>
        <p:txBody>
          <a:bodyPr/>
          <a:lstStyle/>
          <a:p>
            <a:fld id="{8C8CC2DF-42A3-46EA-AD69-49E4C410BDEC}" type="slidenum">
              <a:rPr lang="en-US" smtClean="0"/>
              <a:t>5</a:t>
            </a:fld>
            <a:endParaRPr lang="en-US"/>
          </a:p>
        </p:txBody>
      </p:sp>
    </p:spTree>
    <p:extLst>
      <p:ext uri="{BB962C8B-B14F-4D97-AF65-F5344CB8AC3E}">
        <p14:creationId xmlns:p14="http://schemas.microsoft.com/office/powerpoint/2010/main" val="3080955606"/>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8904AA0-E1A4-A4EA-E41F-806D79122A0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E37F832-B4A4-19D9-6CE8-81F9AD8F8F7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DF9E2835-E9C8-04FB-14DB-DBD1E7C8E7A8}"/>
              </a:ext>
            </a:extLst>
          </p:cNvPr>
          <p:cNvSpPr>
            <a:spLocks noGrp="1"/>
          </p:cNvSpPr>
          <p:nvPr>
            <p:ph type="body" idx="1"/>
          </p:nvPr>
        </p:nvSpPr>
        <p:spPr/>
        <p:txBody>
          <a:bodyPr/>
          <a:lstStyle/>
          <a:p>
            <a:r>
              <a:rPr lang="en-US" dirty="0"/>
              <a:t>Here we see Gross Profit by % by Month for each Estimator. The months for 2024 and 2025 were averaged together. Weather and holidays have a great effect when work is done because much of our work directly impacts people’s living spaces. It is challenging to balance estimates and jobs thought the year but it’s important to maintain a consistent cashflow. Brian has the most consistency throughout the year.</a:t>
            </a:r>
          </a:p>
        </p:txBody>
      </p:sp>
      <p:sp>
        <p:nvSpPr>
          <p:cNvPr id="4" name="Slide Number Placeholder 3">
            <a:extLst>
              <a:ext uri="{FF2B5EF4-FFF2-40B4-BE49-F238E27FC236}">
                <a16:creationId xmlns:a16="http://schemas.microsoft.com/office/drawing/2014/main" id="{BCACEDC7-5D6E-A085-1F31-1695B548339B}"/>
              </a:ext>
            </a:extLst>
          </p:cNvPr>
          <p:cNvSpPr>
            <a:spLocks noGrp="1"/>
          </p:cNvSpPr>
          <p:nvPr>
            <p:ph type="sldNum" sz="quarter" idx="5"/>
          </p:nvPr>
        </p:nvSpPr>
        <p:spPr/>
        <p:txBody>
          <a:bodyPr/>
          <a:lstStyle/>
          <a:p>
            <a:fld id="{8C8CC2DF-42A3-46EA-AD69-49E4C410BDEC}" type="slidenum">
              <a:rPr lang="en-US" smtClean="0"/>
              <a:t>6</a:t>
            </a:fld>
            <a:endParaRPr lang="en-US"/>
          </a:p>
        </p:txBody>
      </p:sp>
    </p:spTree>
    <p:extLst>
      <p:ext uri="{BB962C8B-B14F-4D97-AF65-F5344CB8AC3E}">
        <p14:creationId xmlns:p14="http://schemas.microsoft.com/office/powerpoint/2010/main" val="3432741492"/>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07C65E2-C3FC-2A21-C633-80CC608C9B6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A811351-68E9-F337-C3DD-5E385A54F8A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A36E615-54AF-27AB-FADC-C2F5178C9E9D}"/>
              </a:ext>
            </a:extLst>
          </p:cNvPr>
          <p:cNvSpPr>
            <a:spLocks noGrp="1"/>
          </p:cNvSpPr>
          <p:nvPr>
            <p:ph type="body" idx="1"/>
          </p:nvPr>
        </p:nvSpPr>
        <p:spPr/>
        <p:txBody>
          <a:bodyPr/>
          <a:lstStyle/>
          <a:p>
            <a:r>
              <a:rPr lang="en-US" dirty="0"/>
              <a:t>Looking at Total Revenue and Gross Profit %. Its clear that no one estimator is landing High revenue/High GP% over others but its good to see the company as a whole is leaning toward the top right of the </a:t>
            </a:r>
            <a:r>
              <a:rPr lang="en-US" dirty="0" err="1"/>
              <a:t>plotmap</a:t>
            </a:r>
            <a:r>
              <a:rPr lang="en-US" dirty="0"/>
              <a:t>.</a:t>
            </a:r>
          </a:p>
        </p:txBody>
      </p:sp>
      <p:sp>
        <p:nvSpPr>
          <p:cNvPr id="4" name="Slide Number Placeholder 3">
            <a:extLst>
              <a:ext uri="{FF2B5EF4-FFF2-40B4-BE49-F238E27FC236}">
                <a16:creationId xmlns:a16="http://schemas.microsoft.com/office/drawing/2014/main" id="{06867CD9-8A55-2BD0-1475-0278818B0D4C}"/>
              </a:ext>
            </a:extLst>
          </p:cNvPr>
          <p:cNvSpPr>
            <a:spLocks noGrp="1"/>
          </p:cNvSpPr>
          <p:nvPr>
            <p:ph type="sldNum" sz="quarter" idx="5"/>
          </p:nvPr>
        </p:nvSpPr>
        <p:spPr/>
        <p:txBody>
          <a:bodyPr/>
          <a:lstStyle/>
          <a:p>
            <a:fld id="{8C8CC2DF-42A3-46EA-AD69-49E4C410BDEC}" type="slidenum">
              <a:rPr lang="en-US" smtClean="0"/>
              <a:t>7</a:t>
            </a:fld>
            <a:endParaRPr lang="en-US"/>
          </a:p>
        </p:txBody>
      </p:sp>
    </p:spTree>
    <p:extLst>
      <p:ext uri="{BB962C8B-B14F-4D97-AF65-F5344CB8AC3E}">
        <p14:creationId xmlns:p14="http://schemas.microsoft.com/office/powerpoint/2010/main" val="733312039"/>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Total profit is spread out between crew leaders with a lot of higher outliers. This can be out of their hands especially if they get a very large or even small job. Notice that Ron Packer has one of the lowest top outliers and has one of the lowest medians. This will tell a better story in the next slide.</a:t>
            </a:r>
          </a:p>
        </p:txBody>
      </p:sp>
      <p:sp>
        <p:nvSpPr>
          <p:cNvPr id="4" name="Slide Number Placeholder 3"/>
          <p:cNvSpPr>
            <a:spLocks noGrp="1"/>
          </p:cNvSpPr>
          <p:nvPr>
            <p:ph type="sldNum" sz="quarter" idx="5"/>
          </p:nvPr>
        </p:nvSpPr>
        <p:spPr/>
        <p:txBody>
          <a:bodyPr/>
          <a:lstStyle/>
          <a:p>
            <a:fld id="{8C8CC2DF-42A3-46EA-AD69-49E4C410BDEC}" type="slidenum">
              <a:rPr lang="en-US" smtClean="0"/>
              <a:t>8</a:t>
            </a:fld>
            <a:endParaRPr lang="en-US"/>
          </a:p>
        </p:txBody>
      </p:sp>
    </p:spTree>
    <p:extLst>
      <p:ext uri="{BB962C8B-B14F-4D97-AF65-F5344CB8AC3E}">
        <p14:creationId xmlns:p14="http://schemas.microsoft.com/office/powerpoint/2010/main" val="777233679"/>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Ron Packer, owner of the company, should not be leading jobs. He may be one of the best painters out there, but he needs to be running the company, not running jobs. Lewis Fender is the least consistent while Albert Long shows the most consistency. </a:t>
            </a:r>
          </a:p>
        </p:txBody>
      </p:sp>
      <p:sp>
        <p:nvSpPr>
          <p:cNvPr id="4" name="Slide Number Placeholder 3"/>
          <p:cNvSpPr>
            <a:spLocks noGrp="1"/>
          </p:cNvSpPr>
          <p:nvPr>
            <p:ph type="sldNum" sz="quarter" idx="5"/>
          </p:nvPr>
        </p:nvSpPr>
        <p:spPr/>
        <p:txBody>
          <a:bodyPr/>
          <a:lstStyle/>
          <a:p>
            <a:fld id="{8C8CC2DF-42A3-46EA-AD69-49E4C410BDEC}" type="slidenum">
              <a:rPr lang="en-US" smtClean="0"/>
              <a:t>9</a:t>
            </a:fld>
            <a:endParaRPr lang="en-US"/>
          </a:p>
        </p:txBody>
      </p:sp>
    </p:spTree>
    <p:extLst>
      <p:ext uri="{BB962C8B-B14F-4D97-AF65-F5344CB8AC3E}">
        <p14:creationId xmlns:p14="http://schemas.microsoft.com/office/powerpoint/2010/main" val="3964554556"/>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Exterior jobs can range from entire multimillion dollar homes getting a full paint job to just painting a door which is why there are so many high outliers, but the “Bread &amp; Butter” jobs are sub $5k. </a:t>
            </a:r>
          </a:p>
        </p:txBody>
      </p:sp>
      <p:sp>
        <p:nvSpPr>
          <p:cNvPr id="4" name="Slide Number Placeholder 3"/>
          <p:cNvSpPr>
            <a:spLocks noGrp="1"/>
          </p:cNvSpPr>
          <p:nvPr>
            <p:ph type="sldNum" sz="quarter" idx="5"/>
          </p:nvPr>
        </p:nvSpPr>
        <p:spPr/>
        <p:txBody>
          <a:bodyPr/>
          <a:lstStyle/>
          <a:p>
            <a:fld id="{8C8CC2DF-42A3-46EA-AD69-49E4C410BDEC}" type="slidenum">
              <a:rPr lang="en-US" smtClean="0"/>
              <a:t>10</a:t>
            </a:fld>
            <a:endParaRPr lang="en-US"/>
          </a:p>
        </p:txBody>
      </p:sp>
    </p:spTree>
    <p:extLst>
      <p:ext uri="{BB962C8B-B14F-4D97-AF65-F5344CB8AC3E}">
        <p14:creationId xmlns:p14="http://schemas.microsoft.com/office/powerpoint/2010/main" val="2742961285"/>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When looking at Gross Profit % by Division, Exterior Painting is most consistent with the smallest range and zero outliers. *Note – One </a:t>
            </a:r>
            <a:r>
              <a:rPr lang="en-US" dirty="0" err="1"/>
              <a:t>ext</a:t>
            </a:r>
            <a:r>
              <a:rPr lang="en-US" dirty="0"/>
              <a:t> painting job was removed because it had a $4k loss. This job was more than an outlier, it was a stack of anomalies that became such a disaster due to a lot of outside factors. </a:t>
            </a:r>
          </a:p>
        </p:txBody>
      </p:sp>
      <p:sp>
        <p:nvSpPr>
          <p:cNvPr id="4" name="Slide Number Placeholder 3"/>
          <p:cNvSpPr>
            <a:spLocks noGrp="1"/>
          </p:cNvSpPr>
          <p:nvPr>
            <p:ph type="sldNum" sz="quarter" idx="5"/>
          </p:nvPr>
        </p:nvSpPr>
        <p:spPr/>
        <p:txBody>
          <a:bodyPr/>
          <a:lstStyle/>
          <a:p>
            <a:fld id="{8C8CC2DF-42A3-46EA-AD69-49E4C410BDEC}" type="slidenum">
              <a:rPr lang="en-US" smtClean="0"/>
              <a:t>11</a:t>
            </a:fld>
            <a:endParaRPr lang="en-US"/>
          </a:p>
        </p:txBody>
      </p:sp>
    </p:spTree>
    <p:extLst>
      <p:ext uri="{BB962C8B-B14F-4D97-AF65-F5344CB8AC3E}">
        <p14:creationId xmlns:p14="http://schemas.microsoft.com/office/powerpoint/2010/main" val="2813278032"/>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parameters are key and we will continue to track them across all our jobs. </a:t>
            </a:r>
          </a:p>
        </p:txBody>
      </p:sp>
      <p:sp>
        <p:nvSpPr>
          <p:cNvPr id="4" name="Slide Number Placeholder 3"/>
          <p:cNvSpPr>
            <a:spLocks noGrp="1"/>
          </p:cNvSpPr>
          <p:nvPr>
            <p:ph type="sldNum" sz="quarter" idx="5"/>
          </p:nvPr>
        </p:nvSpPr>
        <p:spPr/>
        <p:txBody>
          <a:bodyPr/>
          <a:lstStyle/>
          <a:p>
            <a:fld id="{8C8CC2DF-42A3-46EA-AD69-49E4C410BDEC}" type="slidenum">
              <a:rPr lang="en-US" smtClean="0"/>
              <a:t>12</a:t>
            </a:fld>
            <a:endParaRPr lang="en-US"/>
          </a:p>
        </p:txBody>
      </p:sp>
    </p:spTree>
    <p:extLst>
      <p:ext uri="{BB962C8B-B14F-4D97-AF65-F5344CB8AC3E}">
        <p14:creationId xmlns:p14="http://schemas.microsoft.com/office/powerpoint/2010/main" val="408353448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27ED7BB-E31F-5C88-6816-A1DCA206439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FD6536C-C3F9-93E6-F1C6-CB21699AD53F}"/>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03DCC772-E2FA-7F31-245D-DAE9D9A4768E}"/>
              </a:ext>
            </a:extLst>
          </p:cNvPr>
          <p:cNvSpPr>
            <a:spLocks noGrp="1"/>
          </p:cNvSpPr>
          <p:nvPr>
            <p:ph type="body" idx="1"/>
          </p:nvPr>
        </p:nvSpPr>
        <p:spPr/>
        <p:txBody>
          <a:bodyPr/>
          <a:lstStyle/>
          <a:p>
            <a:r>
              <a:rPr lang="en-US" dirty="0"/>
              <a:t>We train a model using these job-level values. First, it helps us look back and identify a small, focused set of past jobs worth reviewing—so we can spot patterns, holes in the process, missed assumptions, unexpected costs, or anything else that may have pulled down the profit margin.</a:t>
            </a:r>
          </a:p>
          <a:p>
            <a:r>
              <a:rPr lang="en-US" dirty="0"/>
              <a:t>Second, it gives us a predicted profit for each new job before we start. Now, that prediction isn’t a magic mirror or a time machine—but it </a:t>
            </a:r>
            <a:r>
              <a:rPr lang="en-US" i="1" dirty="0"/>
              <a:t>is</a:t>
            </a:r>
            <a:r>
              <a:rPr lang="en-US" dirty="0"/>
              <a:t> a useful signal. It helps us flag jobs that might not perform as well as expected, so we can take a closer look early and consider what changes could raise the odds of hitting our target profit.</a:t>
            </a:r>
          </a:p>
          <a:p>
            <a:r>
              <a:rPr lang="en-US" dirty="0"/>
              <a:t>And this isn’t a one-and-done model. It’s active and flexible. Every time we complete a job and log the outcome, the model gets another real-world example to learn from. Over time, it should become more accurate—and our goal is to improve right alongside it as we refine how we estimate, plan, and execute.</a:t>
            </a:r>
          </a:p>
          <a:p>
            <a:r>
              <a:rPr lang="en-US" dirty="0"/>
              <a:t>Alright—let’s walk through how it works.</a:t>
            </a:r>
          </a:p>
        </p:txBody>
      </p:sp>
      <p:sp>
        <p:nvSpPr>
          <p:cNvPr id="4" name="Slide Number Placeholder 3">
            <a:extLst>
              <a:ext uri="{FF2B5EF4-FFF2-40B4-BE49-F238E27FC236}">
                <a16:creationId xmlns:a16="http://schemas.microsoft.com/office/drawing/2014/main" id="{27A02424-04F4-ACB2-9B25-AA1C298B9463}"/>
              </a:ext>
            </a:extLst>
          </p:cNvPr>
          <p:cNvSpPr>
            <a:spLocks noGrp="1"/>
          </p:cNvSpPr>
          <p:nvPr>
            <p:ph type="sldNum" sz="quarter" idx="5"/>
          </p:nvPr>
        </p:nvSpPr>
        <p:spPr/>
        <p:txBody>
          <a:bodyPr/>
          <a:lstStyle/>
          <a:p>
            <a:fld id="{8C8CC2DF-42A3-46EA-AD69-49E4C410BDEC}" type="slidenum">
              <a:rPr lang="en-US" smtClean="0"/>
              <a:t>13</a:t>
            </a:fld>
            <a:endParaRPr lang="en-US"/>
          </a:p>
        </p:txBody>
      </p:sp>
    </p:spTree>
    <p:extLst>
      <p:ext uri="{BB962C8B-B14F-4D97-AF65-F5344CB8AC3E}">
        <p14:creationId xmlns:p14="http://schemas.microsoft.com/office/powerpoint/2010/main" val="2866045420"/>
      </p:ext>
    </p:extLst>
  </p:cSld>
  <p:clrMapOvr>
    <a:masterClrMapping/>
  </p:clrMapOvr>
</p:notes>
</file>

<file path=ppt/slideLayouts/_rels/slideLayout1.xml.rels><?xml version="1.0" encoding="UTF-8" standalone="yes"?>
<Relationships xmlns="http://schemas.openxmlformats.org/package/2006/relationships"><Relationship Id="rId3" Type="http://schemas.microsoft.com/office/2007/relationships/hdphoto" Target="../media/hdphoto2.wdp"/><Relationship Id="rId2" Type="http://schemas.openxmlformats.org/officeDocument/2006/relationships/image" Target="../media/image4.png"/><Relationship Id="rId1" Type="http://schemas.openxmlformats.org/officeDocument/2006/relationships/slideMaster" Target="../slideMasters/slideMaster1.xml"/><Relationship Id="rId5" Type="http://schemas.microsoft.com/office/2007/relationships/hdphoto" Target="../media/hdphoto1.wdp"/><Relationship Id="rId4" Type="http://schemas.openxmlformats.org/officeDocument/2006/relationships/image" Target="../media/image3.pn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microsoft.com/office/2007/relationships/hdphoto" Target="../media/hdphoto2.wdp"/><Relationship Id="rId2" Type="http://schemas.openxmlformats.org/officeDocument/2006/relationships/image" Target="../media/image4.png"/><Relationship Id="rId1" Type="http://schemas.openxmlformats.org/officeDocument/2006/relationships/slideMaster" Target="../slideMasters/slideMaster1.xml"/><Relationship Id="rId5" Type="http://schemas.microsoft.com/office/2007/relationships/hdphoto" Target="../media/hdphoto1.wdp"/><Relationship Id="rId4" Type="http://schemas.openxmlformats.org/officeDocument/2006/relationships/image" Target="../media/image3.png"/></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3" Type="http://schemas.microsoft.com/office/2007/relationships/hdphoto" Target="../media/hdphoto2.wdp"/><Relationship Id="rId2" Type="http://schemas.openxmlformats.org/officeDocument/2006/relationships/image" Target="../media/image4.png"/><Relationship Id="rId1" Type="http://schemas.openxmlformats.org/officeDocument/2006/relationships/slideMaster" Target="../slideMasters/slideMaster1.xml"/><Relationship Id="rId5" Type="http://schemas.microsoft.com/office/2007/relationships/hdphoto" Target="../media/hdphoto1.wdp"/><Relationship Id="rId4" Type="http://schemas.openxmlformats.org/officeDocument/2006/relationships/image" Target="../media/image2.png"/></Relationships>
</file>

<file path=ppt/slideLayouts/_rels/slideLayout9.xml.rels><?xml version="1.0" encoding="UTF-8" standalone="yes"?>
<Relationships xmlns="http://schemas.openxmlformats.org/package/2006/relationships"><Relationship Id="rId3" Type="http://schemas.microsoft.com/office/2007/relationships/hdphoto" Target="../media/hdphoto2.wdp"/><Relationship Id="rId2" Type="http://schemas.openxmlformats.org/officeDocument/2006/relationships/image" Target="../media/image4.png"/><Relationship Id="rId1" Type="http://schemas.openxmlformats.org/officeDocument/2006/relationships/slideMaster" Target="../slideMasters/slideMaster1.xml"/><Relationship Id="rId5" Type="http://schemas.microsoft.com/office/2007/relationships/hdphoto" Target="../media/hdphoto1.wdp"/><Relationship Id="rId4" Type="http://schemas.openxmlformats.org/officeDocument/2006/relationships/image" Target="../media/image2.png"/></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7" name="Rectangle 6"/>
          <p:cNvSpPr/>
          <p:nvPr/>
        </p:nvSpPr>
        <p:spPr>
          <a:xfrm>
            <a:off x="920834" y="1346946"/>
            <a:ext cx="10222992" cy="80683"/>
          </a:xfrm>
          <a:prstGeom prst="rect">
            <a:avLst/>
          </a:prstGeom>
          <a:blipFill dpi="0" rotWithShape="1">
            <a:blip r:embed="rId2">
              <a:alphaModFix amt="85000"/>
              <a:lum bright="70000" contrast="-70000"/>
              <a:extLst>
                <a:ext uri="{BEBA8EAE-BF5A-486C-A8C5-ECC9F3942E4B}">
                  <a14:imgProps xmlns:a14="http://schemas.microsoft.com/office/drawing/2010/main">
                    <a14:imgLayer r:embed="rId3">
                      <a14:imgEffect>
                        <a14:sharpenSoften amount="61000"/>
                      </a14:imgEffect>
                    </a14:imgLayer>
                  </a14:imgProps>
                </a:ext>
                <a:ext uri="{28A0092B-C50C-407E-A947-70E740481C1C}">
                  <a14:useLocalDpi xmlns:a14="http://schemas.microsoft.com/office/drawing/2010/main" val="0"/>
                </a:ext>
              </a:extLst>
            </a:blip>
            <a:srcRect/>
            <a:tile tx="0" ty="-762000" sx="92000" sy="89000" flip="xy" algn="ctr"/>
          </a:blip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p:nvSpPr>
          <p:cNvPr id="8" name="Rectangle 7"/>
          <p:cNvSpPr/>
          <p:nvPr/>
        </p:nvSpPr>
        <p:spPr>
          <a:xfrm>
            <a:off x="920834" y="4299696"/>
            <a:ext cx="10222992" cy="80683"/>
          </a:xfrm>
          <a:prstGeom prst="rect">
            <a:avLst/>
          </a:prstGeom>
          <a:blipFill dpi="0" rotWithShape="1">
            <a:blip r:embed="rId2">
              <a:alphaModFix amt="85000"/>
              <a:lum bright="70000" contrast="-70000"/>
              <a:extLst>
                <a:ext uri="{BEBA8EAE-BF5A-486C-A8C5-ECC9F3942E4B}">
                  <a14:imgProps xmlns:a14="http://schemas.microsoft.com/office/drawing/2010/main">
                    <a14:imgLayer r:embed="rId3">
                      <a14:imgEffect>
                        <a14:sharpenSoften amount="61000"/>
                      </a14:imgEffect>
                    </a14:imgLayer>
                  </a14:imgProps>
                </a:ext>
                <a:ext uri="{28A0092B-C50C-407E-A947-70E740481C1C}">
                  <a14:useLocalDpi xmlns:a14="http://schemas.microsoft.com/office/drawing/2010/main" val="0"/>
                </a:ext>
              </a:extLst>
            </a:blip>
            <a:srcRect/>
            <a:tile tx="0" ty="-717550" sx="92000" sy="89000" flip="xy" algn="ctr"/>
          </a:blip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p:nvSpPr>
          <p:cNvPr id="9" name="Rectangle 8"/>
          <p:cNvSpPr/>
          <p:nvPr/>
        </p:nvSpPr>
        <p:spPr>
          <a:xfrm>
            <a:off x="920834" y="1484779"/>
            <a:ext cx="10222992" cy="2743200"/>
          </a:xfrm>
          <a:prstGeom prst="rect">
            <a:avLst/>
          </a:prstGeom>
          <a:blipFill dpi="0" rotWithShape="1">
            <a:blip r:embed="rId2">
              <a:alphaModFix amt="85000"/>
              <a:lum bright="70000" contrast="-70000"/>
              <a:extLst>
                <a:ext uri="{BEBA8EAE-BF5A-486C-A8C5-ECC9F3942E4B}">
                  <a14:imgProps xmlns:a14="http://schemas.microsoft.com/office/drawing/2010/main">
                    <a14:imgLayer r:embed="rId3">
                      <a14:imgEffect>
                        <a14:sharpenSoften amount="61000"/>
                      </a14:imgEffect>
                    </a14:imgLayer>
                  </a14:imgProps>
                </a:ext>
                <a:ext uri="{28A0092B-C50C-407E-A947-70E740481C1C}">
                  <a14:useLocalDpi xmlns:a14="http://schemas.microsoft.com/office/drawing/2010/main" val="0"/>
                </a:ext>
              </a:extLst>
            </a:blip>
            <a:srcRect/>
            <a:tile tx="0" ty="-704850" sx="92000" sy="89000" flip="xy" algn="ctr"/>
          </a:blip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grpSp>
        <p:nvGrpSpPr>
          <p:cNvPr id="10" name="Group 9"/>
          <p:cNvGrpSpPr/>
          <p:nvPr/>
        </p:nvGrpSpPr>
        <p:grpSpPr>
          <a:xfrm>
            <a:off x="9649215" y="4068923"/>
            <a:ext cx="1080904" cy="1080902"/>
            <a:chOff x="9685338" y="4460675"/>
            <a:chExt cx="1080904" cy="1080902"/>
          </a:xfrm>
        </p:grpSpPr>
        <p:sp>
          <p:nvSpPr>
            <p:cNvPr id="11" name="Oval 10"/>
            <p:cNvSpPr/>
            <p:nvPr/>
          </p:nvSpPr>
          <p:spPr>
            <a:xfrm>
              <a:off x="9685338" y="4460675"/>
              <a:ext cx="1080904" cy="1080902"/>
            </a:xfrm>
            <a:prstGeom prst="ellipse">
              <a:avLst/>
            </a:prstGeom>
            <a:blipFill dpi="0" rotWithShape="1">
              <a:blip r:embed="rId4">
                <a:duotone>
                  <a:schemeClr val="accent1">
                    <a:shade val="45000"/>
                    <a:satMod val="135000"/>
                  </a:schemeClr>
                  <a:prstClr val="white"/>
                </a:duotone>
                <a:extLst>
                  <a:ext uri="{BEBA8EAE-BF5A-486C-A8C5-ECC9F3942E4B}">
                    <a14:imgProps xmlns:a14="http://schemas.microsoft.com/office/drawing/2010/main">
                      <a14:imgLayer r:embed="rId5">
                        <a14:imgEffect>
                          <a14:saturation sat="95000"/>
                        </a14:imgEffect>
                      </a14:imgLayer>
                    </a14:imgProps>
                  </a:ext>
                </a:extLst>
              </a:blip>
              <a:srcRect/>
              <a:tile tx="0" ty="0" sx="85000" sy="85000" flip="none" algn="tl"/>
            </a:blipFill>
            <a:ln w="25400" cap="flat" cmpd="sng" algn="ctr">
              <a:noFill/>
              <a:prstDash val="solid"/>
            </a:ln>
            <a:effectLst/>
          </p:spPr>
          <p:txBody>
            <a:bodyPr/>
            <a:lstStyle/>
            <a:p>
              <a:endParaRPr lang="en-US"/>
            </a:p>
          </p:txBody>
        </p:sp>
        <p:sp>
          <p:nvSpPr>
            <p:cNvPr id="12" name="Oval 11"/>
            <p:cNvSpPr/>
            <p:nvPr/>
          </p:nvSpPr>
          <p:spPr>
            <a:xfrm>
              <a:off x="9793429" y="4568765"/>
              <a:ext cx="864723" cy="864722"/>
            </a:xfrm>
            <a:prstGeom prst="ellipse">
              <a:avLst/>
            </a:prstGeom>
            <a:noFill/>
            <a:ln w="25400" cap="flat" cmpd="sng" algn="ctr">
              <a:solidFill>
                <a:sysClr val="window" lastClr="FFFFFF"/>
              </a:solidFill>
              <a:prstDash val="solid"/>
            </a:ln>
            <a:effectLst/>
          </p:spPr>
          <p:txBody>
            <a:bodyPr/>
            <a:lstStyle/>
            <a:p>
              <a:endParaRPr lang="en-US"/>
            </a:p>
          </p:txBody>
        </p:sp>
      </p:grpSp>
      <p:sp>
        <p:nvSpPr>
          <p:cNvPr id="2" name="Title 1"/>
          <p:cNvSpPr>
            <a:spLocks noGrp="1"/>
          </p:cNvSpPr>
          <p:nvPr>
            <p:ph type="ctrTitle"/>
          </p:nvPr>
        </p:nvSpPr>
        <p:spPr>
          <a:xfrm>
            <a:off x="1051560" y="1432223"/>
            <a:ext cx="9966960" cy="3035808"/>
          </a:xfrm>
        </p:spPr>
        <p:txBody>
          <a:bodyPr anchor="ctr">
            <a:noAutofit/>
          </a:bodyPr>
          <a:lstStyle>
            <a:lvl1pPr algn="l">
              <a:lnSpc>
                <a:spcPct val="80000"/>
              </a:lnSpc>
              <a:defRPr sz="9600" cap="all" baseline="0">
                <a:blipFill dpi="0" rotWithShape="1">
                  <a:blip r:embed="rId4"/>
                  <a:srcRect/>
                  <a:tile tx="6350" ty="-127000" sx="65000" sy="64000" flip="none" algn="tl"/>
                </a:blipFill>
              </a:defRPr>
            </a:lvl1pPr>
          </a:lstStyle>
          <a:p>
            <a:r>
              <a:rPr lang="en-US"/>
              <a:t>Click to edit Master title style</a:t>
            </a:r>
            <a:endParaRPr lang="en-US" dirty="0"/>
          </a:p>
        </p:txBody>
      </p:sp>
      <p:sp>
        <p:nvSpPr>
          <p:cNvPr id="3" name="Subtitle 2"/>
          <p:cNvSpPr>
            <a:spLocks noGrp="1"/>
          </p:cNvSpPr>
          <p:nvPr>
            <p:ph type="subTitle" idx="1"/>
          </p:nvPr>
        </p:nvSpPr>
        <p:spPr>
          <a:xfrm>
            <a:off x="1069848" y="4389120"/>
            <a:ext cx="7891272" cy="1069848"/>
          </a:xfrm>
        </p:spPr>
        <p:txBody>
          <a:bodyPr>
            <a:normAutofit/>
          </a:bodyPr>
          <a:lstStyle>
            <a:lvl1pPr marL="0" indent="0" algn="l">
              <a:buNone/>
              <a:defRPr sz="2200">
                <a:solidFill>
                  <a:schemeClr val="tx1"/>
                </a:solidFill>
              </a:defRPr>
            </a:lvl1pPr>
            <a:lvl2pPr marL="457200" indent="0" algn="ctr">
              <a:buNone/>
              <a:defRPr sz="2200"/>
            </a:lvl2pPr>
            <a:lvl3pPr marL="914400" indent="0" algn="ctr">
              <a:buNone/>
              <a:defRPr sz="2200"/>
            </a:lvl3pPr>
            <a:lvl4pPr marL="1371600" indent="0" algn="ctr">
              <a:buNone/>
              <a:defRPr sz="2000"/>
            </a:lvl4pPr>
            <a:lvl5pPr marL="1828800" indent="0" algn="ctr">
              <a:buNone/>
              <a:defRPr sz="2000"/>
            </a:lvl5pPr>
            <a:lvl6pPr marL="2286000" indent="0" algn="ctr">
              <a:buNone/>
              <a:defRPr sz="2000"/>
            </a:lvl6pPr>
            <a:lvl7pPr marL="2743200" indent="0" algn="ctr">
              <a:buNone/>
              <a:defRPr sz="2000"/>
            </a:lvl7pPr>
            <a:lvl8pPr marL="3200400" indent="0" algn="ctr">
              <a:buNone/>
              <a:defRPr sz="2000"/>
            </a:lvl8pPr>
            <a:lvl9pPr marL="3657600" indent="0" algn="ctr">
              <a:buNone/>
              <a:defRPr sz="20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C128FA71-3A18-48C0-980F-4B68F7F63042}" type="datetime1">
              <a:rPr lang="en-US" smtClean="0"/>
              <a:t>2/21/2026</a:t>
            </a:fld>
            <a:endParaRPr lang="en-US"/>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a:xfrm>
            <a:off x="9592733" y="4289334"/>
            <a:ext cx="1193868" cy="640080"/>
          </a:xfrm>
        </p:spPr>
        <p:txBody>
          <a:bodyPr/>
          <a:lstStyle>
            <a:lvl1pPr>
              <a:defRPr sz="2800"/>
            </a:lvl1pPr>
          </a:lstStyle>
          <a:p>
            <a:fld id="{CC057153-B650-4DEB-B370-79DDCFDCE934}" type="slidenum">
              <a:rPr lang="en-US" smtClean="0"/>
              <a:t>‹#›</a:t>
            </a:fld>
            <a:endParaRPr lang="en-US"/>
          </a:p>
        </p:txBody>
      </p:sp>
    </p:spTree>
    <p:extLst>
      <p:ext uri="{BB962C8B-B14F-4D97-AF65-F5344CB8AC3E}">
        <p14:creationId xmlns:p14="http://schemas.microsoft.com/office/powerpoint/2010/main" val="156513092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51C1210E-201E-4473-82AC-2466F5386C38}" type="datetime1">
              <a:rPr lang="en-US" smtClean="0"/>
              <a:t>2/21/2026</a:t>
            </a:fld>
            <a:endParaRPr lang="en-US"/>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CC057153-B650-4DEB-B370-79DDCFDCE934}" type="slidenum">
              <a:rPr lang="en-US" smtClean="0"/>
              <a:t>‹#›</a:t>
            </a:fld>
            <a:endParaRPr lang="en-US"/>
          </a:p>
        </p:txBody>
      </p:sp>
    </p:spTree>
    <p:extLst>
      <p:ext uri="{BB962C8B-B14F-4D97-AF65-F5344CB8AC3E}">
        <p14:creationId xmlns:p14="http://schemas.microsoft.com/office/powerpoint/2010/main" val="150643794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spTree>
      <p:nvGrpSpPr>
        <p:cNvPr id="1" name=""/>
        <p:cNvGrpSpPr/>
        <p:nvPr/>
      </p:nvGrpSpPr>
      <p:grpSpPr>
        <a:xfrm>
          <a:off x="0" y="0"/>
          <a:ext cx="0" cy="0"/>
          <a:chOff x="0" y="0"/>
          <a:chExt cx="0" cy="0"/>
        </a:xfrm>
      </p:grpSpPr>
      <p:sp>
        <p:nvSpPr>
          <p:cNvPr id="7" name="Rectangle 6"/>
          <p:cNvSpPr/>
          <p:nvPr/>
        </p:nvSpPr>
        <p:spPr>
          <a:xfrm>
            <a:off x="0" y="4917989"/>
            <a:ext cx="12192000" cy="1940010"/>
          </a:xfrm>
          <a:prstGeom prst="rect">
            <a:avLst/>
          </a:prstGeom>
          <a:blipFill dpi="0" rotWithShape="1">
            <a:blip r:embed="rId2">
              <a:alphaModFix amt="85000"/>
              <a:lum bright="70000" contrast="-70000"/>
              <a:extLst>
                <a:ext uri="{BEBA8EAE-BF5A-486C-A8C5-ECC9F3942E4B}">
                  <a14:imgProps xmlns:a14="http://schemas.microsoft.com/office/drawing/2010/main">
                    <a14:imgLayer r:embed="rId3">
                      <a14:imgEffect>
                        <a14:sharpenSoften amount="61000"/>
                      </a14:imgEffect>
                    </a14:imgLayer>
                  </a14:imgProps>
                </a:ext>
                <a:ext uri="{28A0092B-C50C-407E-A947-70E740481C1C}">
                  <a14:useLocalDpi xmlns:a14="http://schemas.microsoft.com/office/drawing/2010/main" val="0"/>
                </a:ext>
              </a:extLst>
            </a:blip>
            <a:srcRect/>
            <a:tile tx="0" ty="-704850" sx="92000" sy="89000" flip="xy" algn="ctr"/>
          </a:blip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2167128" y="1225296"/>
            <a:ext cx="9281160" cy="3520440"/>
          </a:xfrm>
        </p:spPr>
        <p:txBody>
          <a:bodyPr anchor="ctr">
            <a:normAutofit/>
          </a:bodyPr>
          <a:lstStyle>
            <a:lvl1pPr>
              <a:lnSpc>
                <a:spcPct val="80000"/>
              </a:lnSpc>
              <a:defRPr sz="8000" b="0"/>
            </a:lvl1pPr>
          </a:lstStyle>
          <a:p>
            <a:r>
              <a:rPr lang="en-US"/>
              <a:t>Click to edit Master title style</a:t>
            </a:r>
            <a:endParaRPr lang="en-US" dirty="0"/>
          </a:p>
        </p:txBody>
      </p:sp>
      <p:sp>
        <p:nvSpPr>
          <p:cNvPr id="3" name="Text Placeholder 2"/>
          <p:cNvSpPr>
            <a:spLocks noGrp="1"/>
          </p:cNvSpPr>
          <p:nvPr>
            <p:ph type="body" idx="1"/>
          </p:nvPr>
        </p:nvSpPr>
        <p:spPr>
          <a:xfrm>
            <a:off x="2165774" y="5020056"/>
            <a:ext cx="9052560" cy="1066800"/>
          </a:xfrm>
        </p:spPr>
        <p:txBody>
          <a:bodyPr anchor="t">
            <a:normAutofit/>
          </a:bodyPr>
          <a:lstStyle>
            <a:lvl1pPr marL="0" indent="0">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a:xfrm>
            <a:off x="8593667" y="6272784"/>
            <a:ext cx="2644309" cy="365125"/>
          </a:xfrm>
        </p:spPr>
        <p:txBody>
          <a:bodyPr/>
          <a:lstStyle/>
          <a:p>
            <a:fld id="{B01EA198-6CAB-4B8F-B93F-1F9C8C4B6CE7}" type="datetime1">
              <a:rPr lang="en-US" smtClean="0"/>
              <a:t>2/21/2026</a:t>
            </a:fld>
            <a:endParaRPr lang="en-US"/>
          </a:p>
        </p:txBody>
      </p:sp>
      <p:sp>
        <p:nvSpPr>
          <p:cNvPr id="5" name="Footer Placeholder 4"/>
          <p:cNvSpPr>
            <a:spLocks noGrp="1"/>
          </p:cNvSpPr>
          <p:nvPr>
            <p:ph type="ftr" sz="quarter" idx="11"/>
          </p:nvPr>
        </p:nvSpPr>
        <p:spPr>
          <a:xfrm>
            <a:off x="2182708" y="6272784"/>
            <a:ext cx="6327648" cy="365125"/>
          </a:xfrm>
        </p:spPr>
        <p:txBody>
          <a:bodyPr/>
          <a:lstStyle/>
          <a:p>
            <a:endParaRPr lang="en-US" dirty="0"/>
          </a:p>
        </p:txBody>
      </p:sp>
      <p:grpSp>
        <p:nvGrpSpPr>
          <p:cNvPr id="8" name="Group 7"/>
          <p:cNvGrpSpPr/>
          <p:nvPr/>
        </p:nvGrpSpPr>
        <p:grpSpPr>
          <a:xfrm>
            <a:off x="897399" y="2325848"/>
            <a:ext cx="1080904" cy="1080902"/>
            <a:chOff x="9685338" y="4460675"/>
            <a:chExt cx="1080904" cy="1080902"/>
          </a:xfrm>
        </p:grpSpPr>
        <p:sp>
          <p:nvSpPr>
            <p:cNvPr id="9" name="Oval 8"/>
            <p:cNvSpPr/>
            <p:nvPr/>
          </p:nvSpPr>
          <p:spPr>
            <a:xfrm>
              <a:off x="9685338" y="4460675"/>
              <a:ext cx="1080904" cy="1080902"/>
            </a:xfrm>
            <a:prstGeom prst="ellipse">
              <a:avLst/>
            </a:prstGeom>
            <a:blipFill dpi="0" rotWithShape="1">
              <a:blip r:embed="rId4">
                <a:duotone>
                  <a:schemeClr val="accent1">
                    <a:shade val="45000"/>
                    <a:satMod val="135000"/>
                  </a:schemeClr>
                  <a:prstClr val="white"/>
                </a:duotone>
                <a:extLst>
                  <a:ext uri="{BEBA8EAE-BF5A-486C-A8C5-ECC9F3942E4B}">
                    <a14:imgProps xmlns:a14="http://schemas.microsoft.com/office/drawing/2010/main">
                      <a14:imgLayer r:embed="rId5">
                        <a14:imgEffect>
                          <a14:saturation sat="95000"/>
                        </a14:imgEffect>
                      </a14:imgLayer>
                    </a14:imgProps>
                  </a:ext>
                </a:extLst>
              </a:blip>
              <a:srcRect/>
              <a:tile tx="0" ty="0" sx="85000" sy="85000" flip="none" algn="tl"/>
            </a:blipFill>
            <a:ln w="25400" cap="flat" cmpd="sng" algn="ctr">
              <a:noFill/>
              <a:prstDash val="solid"/>
            </a:ln>
            <a:effectLst/>
          </p:spPr>
        </p:sp>
        <p:sp>
          <p:nvSpPr>
            <p:cNvPr id="10" name="Oval 9"/>
            <p:cNvSpPr/>
            <p:nvPr/>
          </p:nvSpPr>
          <p:spPr>
            <a:xfrm>
              <a:off x="9793429" y="4568765"/>
              <a:ext cx="864723" cy="864722"/>
            </a:xfrm>
            <a:prstGeom prst="ellipse">
              <a:avLst/>
            </a:prstGeom>
            <a:noFill/>
            <a:ln w="25400" cap="flat" cmpd="sng" algn="ctr">
              <a:solidFill>
                <a:sysClr val="window" lastClr="FFFFFF"/>
              </a:solidFill>
              <a:prstDash val="solid"/>
            </a:ln>
            <a:effectLst/>
          </p:spPr>
        </p:sp>
      </p:grpSp>
      <p:sp>
        <p:nvSpPr>
          <p:cNvPr id="6" name="Slide Number Placeholder 5"/>
          <p:cNvSpPr>
            <a:spLocks noGrp="1"/>
          </p:cNvSpPr>
          <p:nvPr>
            <p:ph type="sldNum" sz="quarter" idx="12"/>
          </p:nvPr>
        </p:nvSpPr>
        <p:spPr>
          <a:xfrm>
            <a:off x="843702" y="2506133"/>
            <a:ext cx="1188298" cy="720332"/>
          </a:xfrm>
        </p:spPr>
        <p:txBody>
          <a:bodyPr/>
          <a:lstStyle>
            <a:lvl1pPr>
              <a:defRPr sz="2800"/>
            </a:lvl1pPr>
          </a:lstStyle>
          <a:p>
            <a:fld id="{CC057153-B650-4DEB-B370-79DDCFDCE934}" type="slidenum">
              <a:rPr lang="en-US" smtClean="0"/>
              <a:t>‹#›</a:t>
            </a:fld>
            <a:endParaRPr lang="en-US"/>
          </a:p>
        </p:txBody>
      </p:sp>
    </p:spTree>
    <p:extLst>
      <p:ext uri="{BB962C8B-B14F-4D97-AF65-F5344CB8AC3E}">
        <p14:creationId xmlns:p14="http://schemas.microsoft.com/office/powerpoint/2010/main" val="84467630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1069848" y="2194560"/>
            <a:ext cx="4754880" cy="3977640"/>
          </a:xfrm>
        </p:spPr>
        <p:txBody>
          <a:bodyPr/>
          <a:lstStyle>
            <a:lvl1pPr>
              <a:defRPr sz="2000"/>
            </a:lvl1pPr>
            <a:lvl2pPr>
              <a:defRPr sz="1800"/>
            </a:lvl2pPr>
            <a:lvl3pPr>
              <a:defRPr sz="16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364224" y="2194560"/>
            <a:ext cx="4754880" cy="3977640"/>
          </a:xfrm>
        </p:spPr>
        <p:txBody>
          <a:bodyPr/>
          <a:lstStyle>
            <a:lvl1pPr>
              <a:defRPr sz="2000"/>
            </a:lvl1pPr>
            <a:lvl2pPr>
              <a:defRPr sz="1800"/>
            </a:lvl2pPr>
            <a:lvl3pPr>
              <a:defRPr sz="16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CA06041F-4525-44D5-AA4F-332294BF1F56}" type="datetime1">
              <a:rPr lang="en-US" smtClean="0"/>
              <a:t>2/21/2026</a:t>
            </a:fld>
            <a:endParaRPr lang="en-US"/>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CC057153-B650-4DEB-B370-79DDCFDCE934}" type="slidenum">
              <a:rPr lang="en-US" smtClean="0"/>
              <a:t>‹#›</a:t>
            </a:fld>
            <a:endParaRPr lang="en-US"/>
          </a:p>
        </p:txBody>
      </p:sp>
    </p:spTree>
    <p:extLst>
      <p:ext uri="{BB962C8B-B14F-4D97-AF65-F5344CB8AC3E}">
        <p14:creationId xmlns:p14="http://schemas.microsoft.com/office/powerpoint/2010/main" val="239412919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0" name="Title 9"/>
          <p:cNvSpPr>
            <a:spLocks noGrp="1"/>
          </p:cNvSpPr>
          <p:nvPr>
            <p:ph type="title"/>
          </p:nvPr>
        </p:nvSpPr>
        <p:spPr/>
        <p:txBody>
          <a:bodyPr/>
          <a:lstStyle/>
          <a:p>
            <a:r>
              <a:rPr lang="en-US"/>
              <a:t>Click to edit Master title style</a:t>
            </a:r>
            <a:endParaRPr lang="en-US" dirty="0"/>
          </a:p>
        </p:txBody>
      </p:sp>
      <p:sp>
        <p:nvSpPr>
          <p:cNvPr id="3" name="Text Placeholder 2"/>
          <p:cNvSpPr>
            <a:spLocks noGrp="1"/>
          </p:cNvSpPr>
          <p:nvPr>
            <p:ph type="body" idx="1"/>
          </p:nvPr>
        </p:nvSpPr>
        <p:spPr>
          <a:xfrm>
            <a:off x="1066800" y="2048256"/>
            <a:ext cx="4754880" cy="640080"/>
          </a:xfrm>
        </p:spPr>
        <p:txBody>
          <a:bodyPr anchor="ctr">
            <a:normAutofit/>
          </a:bodyPr>
          <a:lstStyle>
            <a:lvl1pPr marL="0" indent="0">
              <a:buNone/>
              <a:defRPr sz="2000" b="1">
                <a:solidFill>
                  <a:schemeClr val="accent1">
                    <a:lumMod val="75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069848" y="2743200"/>
            <a:ext cx="4754880" cy="3291840"/>
          </a:xfrm>
        </p:spPr>
        <p:txBody>
          <a:bodyPr/>
          <a:lstStyle>
            <a:lvl1pPr>
              <a:defRPr sz="2000"/>
            </a:lvl1pPr>
            <a:lvl2pPr>
              <a:defRPr sz="1800"/>
            </a:lvl2pPr>
            <a:lvl3pPr>
              <a:defRPr sz="16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364224" y="2048256"/>
            <a:ext cx="4754880" cy="640080"/>
          </a:xfrm>
        </p:spPr>
        <p:txBody>
          <a:bodyPr anchor="ctr">
            <a:normAutofit/>
          </a:bodyPr>
          <a:lstStyle>
            <a:lvl1pPr marL="0" indent="0">
              <a:buNone/>
              <a:defRPr sz="2000" b="1">
                <a:solidFill>
                  <a:schemeClr val="accent1">
                    <a:lumMod val="75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364224" y="2743200"/>
            <a:ext cx="4754880" cy="3291840"/>
          </a:xfrm>
        </p:spPr>
        <p:txBody>
          <a:bodyPr/>
          <a:lstStyle>
            <a:lvl1pPr>
              <a:defRPr sz="2000"/>
            </a:lvl1pPr>
            <a:lvl2pPr>
              <a:defRPr sz="1800"/>
            </a:lvl2pPr>
            <a:lvl3pPr>
              <a:defRPr sz="16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F9557091-BBDF-4EB9-BA6B-2BB67AC4FC0F}" type="datetime1">
              <a:rPr lang="en-US" smtClean="0"/>
              <a:t>2/21/2026</a:t>
            </a:fld>
            <a:endParaRPr lang="en-US"/>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CC057153-B650-4DEB-B370-79DDCFDCE934}" type="slidenum">
              <a:rPr lang="en-US" smtClean="0"/>
              <a:t>‹#›</a:t>
            </a:fld>
            <a:endParaRPr lang="en-US"/>
          </a:p>
        </p:txBody>
      </p:sp>
    </p:spTree>
    <p:extLst>
      <p:ext uri="{BB962C8B-B14F-4D97-AF65-F5344CB8AC3E}">
        <p14:creationId xmlns:p14="http://schemas.microsoft.com/office/powerpoint/2010/main" val="83825655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6" name="Title 5"/>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2D6B226B-77A6-410C-9796-083F278E0125}" type="datetime1">
              <a:rPr lang="en-US" smtClean="0"/>
              <a:t>2/21/2026</a:t>
            </a:fld>
            <a:endParaRPr lang="en-US"/>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CC057153-B650-4DEB-B370-79DDCFDCE934}" type="slidenum">
              <a:rPr lang="en-US" smtClean="0"/>
              <a:t>‹#›</a:t>
            </a:fld>
            <a:endParaRPr lang="en-US"/>
          </a:p>
        </p:txBody>
      </p:sp>
    </p:spTree>
    <p:extLst>
      <p:ext uri="{BB962C8B-B14F-4D97-AF65-F5344CB8AC3E}">
        <p14:creationId xmlns:p14="http://schemas.microsoft.com/office/powerpoint/2010/main" val="333646371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A23A578B-D289-4C40-8593-3D356C49DA58}" type="datetime1">
              <a:rPr lang="en-US" smtClean="0"/>
              <a:t>2/21/2026</a:t>
            </a:fld>
            <a:endParaRPr lang="en-US"/>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CC057153-B650-4DEB-B370-79DDCFDCE934}" type="slidenum">
              <a:rPr lang="en-US" smtClean="0"/>
              <a:t>‹#›</a:t>
            </a:fld>
            <a:endParaRPr lang="en-US"/>
          </a:p>
        </p:txBody>
      </p:sp>
    </p:spTree>
    <p:extLst>
      <p:ext uri="{BB962C8B-B14F-4D97-AF65-F5344CB8AC3E}">
        <p14:creationId xmlns:p14="http://schemas.microsoft.com/office/powerpoint/2010/main" val="414236726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spTree>
      <p:nvGrpSpPr>
        <p:cNvPr id="1" name=""/>
        <p:cNvGrpSpPr/>
        <p:nvPr/>
      </p:nvGrpSpPr>
      <p:grpSpPr>
        <a:xfrm>
          <a:off x="0" y="0"/>
          <a:ext cx="0" cy="0"/>
          <a:chOff x="0" y="0"/>
          <a:chExt cx="0" cy="0"/>
        </a:xfrm>
      </p:grpSpPr>
      <p:sp>
        <p:nvSpPr>
          <p:cNvPr id="8" name="Rectangle 7"/>
          <p:cNvSpPr/>
          <p:nvPr/>
        </p:nvSpPr>
        <p:spPr>
          <a:xfrm>
            <a:off x="8303740" y="0"/>
            <a:ext cx="3888259" cy="6857999"/>
          </a:xfrm>
          <a:prstGeom prst="rect">
            <a:avLst/>
          </a:prstGeom>
          <a:blipFill dpi="0" rotWithShape="1">
            <a:blip r:embed="rId2">
              <a:alphaModFix amt="60000"/>
              <a:lum bright="70000" contrast="-70000"/>
              <a:extLst>
                <a:ext uri="{BEBA8EAE-BF5A-486C-A8C5-ECC9F3942E4B}">
                  <a14:imgProps xmlns:a14="http://schemas.microsoft.com/office/drawing/2010/main">
                    <a14:imgLayer r:embed="rId3">
                      <a14:imgEffect>
                        <a14:sharpenSoften amount="61000"/>
                      </a14:imgEffect>
                    </a14:imgLayer>
                  </a14:imgProps>
                </a:ext>
                <a:ext uri="{28A0092B-C50C-407E-A947-70E740481C1C}">
                  <a14:useLocalDpi xmlns:a14="http://schemas.microsoft.com/office/drawing/2010/main" val="0"/>
                </a:ext>
              </a:extLst>
            </a:blip>
            <a:srcRect/>
            <a:tile tx="0" ty="-704850" sx="92000" sy="89000" flip="xy" algn="ctr"/>
          </a:blip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8549640" y="685800"/>
            <a:ext cx="3200400" cy="1737360"/>
          </a:xfrm>
        </p:spPr>
        <p:txBody>
          <a:bodyPr anchor="b">
            <a:normAutofit/>
          </a:bodyPr>
          <a:lstStyle>
            <a:lvl1pPr>
              <a:defRPr sz="3200" b="1"/>
            </a:lvl1pPr>
          </a:lstStyle>
          <a:p>
            <a:r>
              <a:rPr lang="en-US"/>
              <a:t>Click to edit Master title style</a:t>
            </a:r>
            <a:endParaRPr lang="en-US" dirty="0"/>
          </a:p>
        </p:txBody>
      </p:sp>
      <p:sp>
        <p:nvSpPr>
          <p:cNvPr id="3" name="Content Placeholder 2"/>
          <p:cNvSpPr>
            <a:spLocks noGrp="1"/>
          </p:cNvSpPr>
          <p:nvPr>
            <p:ph idx="1"/>
          </p:nvPr>
        </p:nvSpPr>
        <p:spPr>
          <a:xfrm>
            <a:off x="838200" y="685800"/>
            <a:ext cx="6711696" cy="5020056"/>
          </a:xfrm>
        </p:spPr>
        <p:txBody>
          <a:bodyPr/>
          <a:lstStyle>
            <a:lvl1pPr>
              <a:defRPr sz="2000"/>
            </a:lvl1pPr>
            <a:lvl2pPr>
              <a:defRPr sz="1800"/>
            </a:lvl2pPr>
            <a:lvl3pPr>
              <a:defRPr sz="16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8549640" y="2423160"/>
            <a:ext cx="3200400" cy="3291840"/>
          </a:xfrm>
        </p:spPr>
        <p:txBody>
          <a:bodyPr>
            <a:normAutofit/>
          </a:bodyPr>
          <a:lstStyle>
            <a:lvl1pPr marL="0" indent="0">
              <a:lnSpc>
                <a:spcPct val="100000"/>
              </a:lnSpc>
              <a:spcBef>
                <a:spcPts val="1000"/>
              </a:spcBef>
              <a:buNone/>
              <a:defRPr sz="1400">
                <a:solidFill>
                  <a:schemeClr val="accent1">
                    <a:lumMod val="75000"/>
                  </a:schemeClr>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713DFAE3-14DB-48A7-A80F-80DDB072CE3D}" type="datetime1">
              <a:rPr lang="en-US" smtClean="0"/>
              <a:t>2/21/2026</a:t>
            </a:fld>
            <a:endParaRPr lang="en-US"/>
          </a:p>
        </p:txBody>
      </p:sp>
      <p:sp>
        <p:nvSpPr>
          <p:cNvPr id="6" name="Footer Placeholder 5"/>
          <p:cNvSpPr>
            <a:spLocks noGrp="1"/>
          </p:cNvSpPr>
          <p:nvPr>
            <p:ph type="ftr" sz="quarter" idx="11"/>
          </p:nvPr>
        </p:nvSpPr>
        <p:spPr/>
        <p:txBody>
          <a:bodyPr/>
          <a:lstStyle/>
          <a:p>
            <a:endParaRPr lang="en-US" dirty="0"/>
          </a:p>
        </p:txBody>
      </p:sp>
      <p:grpSp>
        <p:nvGrpSpPr>
          <p:cNvPr id="9" name="Group 8"/>
          <p:cNvGrpSpPr>
            <a:grpSpLocks noChangeAspect="1"/>
          </p:cNvGrpSpPr>
          <p:nvPr/>
        </p:nvGrpSpPr>
        <p:grpSpPr>
          <a:xfrm>
            <a:off x="11401725" y="6229681"/>
            <a:ext cx="457200" cy="457200"/>
            <a:chOff x="11361456" y="6195813"/>
            <a:chExt cx="548640" cy="548640"/>
          </a:xfrm>
        </p:grpSpPr>
        <p:sp>
          <p:nvSpPr>
            <p:cNvPr id="10" name="Oval 9"/>
            <p:cNvSpPr/>
            <p:nvPr/>
          </p:nvSpPr>
          <p:spPr>
            <a:xfrm>
              <a:off x="11361456" y="6195813"/>
              <a:ext cx="548640" cy="548640"/>
            </a:xfrm>
            <a:prstGeom prst="ellipse">
              <a:avLst/>
            </a:prstGeom>
            <a:blipFill dpi="0" rotWithShape="1">
              <a:blip r:embed="rId4">
                <a:duotone>
                  <a:schemeClr val="accent1">
                    <a:shade val="45000"/>
                    <a:satMod val="135000"/>
                  </a:schemeClr>
                  <a:prstClr val="white"/>
                </a:duotone>
                <a:extLst>
                  <a:ext uri="{BEBA8EAE-BF5A-486C-A8C5-ECC9F3942E4B}">
                    <a14:imgProps xmlns:a14="http://schemas.microsoft.com/office/drawing/2010/main">
                      <a14:imgLayer r:embed="rId5">
                        <a14:imgEffect>
                          <a14:saturation sat="95000"/>
                        </a14:imgEffect>
                        <a14:imgEffect>
                          <a14:brightnessContrast bright="-40000" contrast="20000"/>
                        </a14:imgEffect>
                      </a14:imgLayer>
                    </a14:imgProps>
                  </a:ext>
                </a:extLst>
              </a:blip>
              <a:srcRect/>
              <a:tile tx="50800" ty="0" sx="85000" sy="85000" flip="none" algn="tl"/>
            </a:blipFill>
            <a:ln w="25400" cap="flat" cmpd="sng" algn="ctr">
              <a:noFill/>
              <a:prstDash val="solid"/>
            </a:ln>
            <a:effectLst/>
          </p:spPr>
        </p:sp>
        <p:sp>
          <p:nvSpPr>
            <p:cNvPr id="11" name="Oval 10"/>
            <p:cNvSpPr/>
            <p:nvPr/>
          </p:nvSpPr>
          <p:spPr>
            <a:xfrm>
              <a:off x="11396488" y="6230844"/>
              <a:ext cx="478576" cy="478578"/>
            </a:xfrm>
            <a:prstGeom prst="ellipse">
              <a:avLst/>
            </a:prstGeom>
            <a:noFill/>
            <a:ln w="12700" cap="flat" cmpd="sng" algn="ctr">
              <a:solidFill>
                <a:sysClr val="window" lastClr="FFFFFF"/>
              </a:solidFill>
              <a:prstDash val="solid"/>
            </a:ln>
            <a:effectLst/>
          </p:spPr>
        </p:sp>
      </p:grpSp>
      <p:sp>
        <p:nvSpPr>
          <p:cNvPr id="7" name="Slide Number Placeholder 6"/>
          <p:cNvSpPr>
            <a:spLocks noGrp="1"/>
          </p:cNvSpPr>
          <p:nvPr>
            <p:ph type="sldNum" sz="quarter" idx="12"/>
          </p:nvPr>
        </p:nvSpPr>
        <p:spPr/>
        <p:txBody>
          <a:bodyPr/>
          <a:lstStyle/>
          <a:p>
            <a:fld id="{CC057153-B650-4DEB-B370-79DDCFDCE934}" type="slidenum">
              <a:rPr lang="en-US" smtClean="0"/>
              <a:t>‹#›</a:t>
            </a:fld>
            <a:endParaRPr lang="en-US"/>
          </a:p>
        </p:txBody>
      </p:sp>
    </p:spTree>
    <p:extLst>
      <p:ext uri="{BB962C8B-B14F-4D97-AF65-F5344CB8AC3E}">
        <p14:creationId xmlns:p14="http://schemas.microsoft.com/office/powerpoint/2010/main" val="142040811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p:nvSpPr>
          <p:cNvPr id="11" name="Rectangle 10"/>
          <p:cNvSpPr/>
          <p:nvPr/>
        </p:nvSpPr>
        <p:spPr>
          <a:xfrm>
            <a:off x="8303740" y="0"/>
            <a:ext cx="3888259" cy="6857999"/>
          </a:xfrm>
          <a:prstGeom prst="rect">
            <a:avLst/>
          </a:prstGeom>
          <a:blipFill dpi="0" rotWithShape="1">
            <a:blip r:embed="rId2">
              <a:alphaModFix amt="60000"/>
              <a:lum bright="70000" contrast="-70000"/>
              <a:extLst>
                <a:ext uri="{BEBA8EAE-BF5A-486C-A8C5-ECC9F3942E4B}">
                  <a14:imgProps xmlns:a14="http://schemas.microsoft.com/office/drawing/2010/main">
                    <a14:imgLayer r:embed="rId3">
                      <a14:imgEffect>
                        <a14:sharpenSoften amount="61000"/>
                      </a14:imgEffect>
                    </a14:imgLayer>
                  </a14:imgProps>
                </a:ext>
                <a:ext uri="{28A0092B-C50C-407E-A947-70E740481C1C}">
                  <a14:useLocalDpi xmlns:a14="http://schemas.microsoft.com/office/drawing/2010/main" val="0"/>
                </a:ext>
              </a:extLst>
            </a:blip>
            <a:srcRect/>
            <a:tile tx="0" ty="-704850" sx="92000" sy="89000" flip="xy" algn="ctr"/>
          </a:blip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8549640" y="685800"/>
            <a:ext cx="3200400" cy="1737360"/>
          </a:xfrm>
        </p:spPr>
        <p:txBody>
          <a:bodyPr anchor="b">
            <a:normAutofit/>
          </a:bodyPr>
          <a:lstStyle>
            <a:lvl1pPr>
              <a:defRPr sz="3200" b="1"/>
            </a:lvl1pPr>
          </a:lstStyle>
          <a:p>
            <a:r>
              <a:rPr lang="en-US"/>
              <a:t>Click to edit Master title style</a:t>
            </a:r>
            <a:endParaRPr lang="en-US" dirty="0"/>
          </a:p>
        </p:txBody>
      </p:sp>
      <p:sp>
        <p:nvSpPr>
          <p:cNvPr id="3" name="Picture Placeholder 2"/>
          <p:cNvSpPr>
            <a:spLocks noGrp="1" noChangeAspect="1"/>
          </p:cNvSpPr>
          <p:nvPr>
            <p:ph type="pic" idx="1"/>
          </p:nvPr>
        </p:nvSpPr>
        <p:spPr>
          <a:xfrm>
            <a:off x="0" y="0"/>
            <a:ext cx="8303740" cy="6858000"/>
          </a:xfrm>
          <a:solidFill>
            <a:schemeClr val="tx2">
              <a:lumMod val="20000"/>
              <a:lumOff val="80000"/>
            </a:schemeClr>
          </a:solidFill>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8549640" y="2423160"/>
            <a:ext cx="3200400" cy="3291840"/>
          </a:xfrm>
        </p:spPr>
        <p:txBody>
          <a:bodyPr>
            <a:normAutofit/>
          </a:bodyPr>
          <a:lstStyle>
            <a:lvl1pPr marL="0" indent="0">
              <a:lnSpc>
                <a:spcPct val="100000"/>
              </a:lnSpc>
              <a:spcBef>
                <a:spcPts val="1000"/>
              </a:spcBef>
              <a:buNone/>
              <a:defRPr sz="1400">
                <a:solidFill>
                  <a:schemeClr val="accent1">
                    <a:lumMod val="75000"/>
                  </a:schemeClr>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92C5EAEF-6478-4102-8F5D-A5FE9FC97ACB}" type="datetime1">
              <a:rPr lang="en-US" smtClean="0"/>
              <a:t>2/21/2026</a:t>
            </a:fld>
            <a:endParaRPr lang="en-US"/>
          </a:p>
        </p:txBody>
      </p:sp>
      <p:grpSp>
        <p:nvGrpSpPr>
          <p:cNvPr id="8" name="Group 7"/>
          <p:cNvGrpSpPr>
            <a:grpSpLocks noChangeAspect="1"/>
          </p:cNvGrpSpPr>
          <p:nvPr/>
        </p:nvGrpSpPr>
        <p:grpSpPr>
          <a:xfrm>
            <a:off x="11401725" y="6229681"/>
            <a:ext cx="457200" cy="457200"/>
            <a:chOff x="11361456" y="6195813"/>
            <a:chExt cx="548640" cy="548640"/>
          </a:xfrm>
        </p:grpSpPr>
        <p:sp>
          <p:nvSpPr>
            <p:cNvPr id="9" name="Oval 8"/>
            <p:cNvSpPr/>
            <p:nvPr/>
          </p:nvSpPr>
          <p:spPr>
            <a:xfrm>
              <a:off x="11361456" y="6195813"/>
              <a:ext cx="548640" cy="548640"/>
            </a:xfrm>
            <a:prstGeom prst="ellipse">
              <a:avLst/>
            </a:prstGeom>
            <a:blipFill dpi="0" rotWithShape="1">
              <a:blip r:embed="rId4">
                <a:duotone>
                  <a:schemeClr val="accent1">
                    <a:shade val="45000"/>
                    <a:satMod val="135000"/>
                  </a:schemeClr>
                  <a:prstClr val="white"/>
                </a:duotone>
                <a:extLst>
                  <a:ext uri="{BEBA8EAE-BF5A-486C-A8C5-ECC9F3942E4B}">
                    <a14:imgProps xmlns:a14="http://schemas.microsoft.com/office/drawing/2010/main">
                      <a14:imgLayer r:embed="rId5">
                        <a14:imgEffect>
                          <a14:saturation sat="95000"/>
                        </a14:imgEffect>
                        <a14:imgEffect>
                          <a14:brightnessContrast bright="-40000" contrast="20000"/>
                        </a14:imgEffect>
                      </a14:imgLayer>
                    </a14:imgProps>
                  </a:ext>
                </a:extLst>
              </a:blip>
              <a:srcRect/>
              <a:tile tx="50800" ty="0" sx="85000" sy="85000" flip="none" algn="tl"/>
            </a:blipFill>
            <a:ln w="25400" cap="flat" cmpd="sng" algn="ctr">
              <a:noFill/>
              <a:prstDash val="solid"/>
            </a:ln>
            <a:effectLst/>
          </p:spPr>
        </p:sp>
        <p:sp>
          <p:nvSpPr>
            <p:cNvPr id="10" name="Oval 9"/>
            <p:cNvSpPr/>
            <p:nvPr/>
          </p:nvSpPr>
          <p:spPr>
            <a:xfrm>
              <a:off x="11396488" y="6230844"/>
              <a:ext cx="478576" cy="478578"/>
            </a:xfrm>
            <a:prstGeom prst="ellipse">
              <a:avLst/>
            </a:prstGeom>
            <a:noFill/>
            <a:ln w="12700" cap="flat" cmpd="sng" algn="ctr">
              <a:solidFill>
                <a:sysClr val="window" lastClr="FFFFFF"/>
              </a:solidFill>
              <a:prstDash val="solid"/>
            </a:ln>
            <a:effectLst/>
          </p:spPr>
        </p:sp>
      </p:grpSp>
      <p:sp>
        <p:nvSpPr>
          <p:cNvPr id="7" name="Slide Number Placeholder 6"/>
          <p:cNvSpPr>
            <a:spLocks noGrp="1"/>
          </p:cNvSpPr>
          <p:nvPr>
            <p:ph type="sldNum" sz="quarter" idx="12"/>
          </p:nvPr>
        </p:nvSpPr>
        <p:spPr/>
        <p:txBody>
          <a:bodyPr/>
          <a:lstStyle/>
          <a:p>
            <a:fld id="{CC057153-B650-4DEB-B370-79DDCFDCE934}" type="slidenum">
              <a:rPr lang="en-US" smtClean="0"/>
              <a:t>‹#›</a:t>
            </a:fld>
            <a:endParaRPr lang="en-US"/>
          </a:p>
        </p:txBody>
      </p:sp>
    </p:spTree>
    <p:extLst>
      <p:ext uri="{BB962C8B-B14F-4D97-AF65-F5344CB8AC3E}">
        <p14:creationId xmlns:p14="http://schemas.microsoft.com/office/powerpoint/2010/main" val="41596563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7104EDB3-C0E8-45F8-9E1D-1B6C8D1880C0}" type="datetime1">
              <a:rPr lang="en-US" smtClean="0"/>
              <a:t>2/21/2026</a:t>
            </a:fld>
            <a:endParaRPr lang="en-US"/>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CC057153-B650-4DEB-B370-79DDCFDCE934}" type="slidenum">
              <a:rPr lang="en-US" smtClean="0"/>
              <a:t>‹#›</a:t>
            </a:fld>
            <a:endParaRPr lang="en-US"/>
          </a:p>
        </p:txBody>
      </p:sp>
    </p:spTree>
    <p:extLst>
      <p:ext uri="{BB962C8B-B14F-4D97-AF65-F5344CB8AC3E}">
        <p14:creationId xmlns:p14="http://schemas.microsoft.com/office/powerpoint/2010/main" val="77268829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533400"/>
            <a:ext cx="2552700" cy="5638800"/>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1066800" y="533400"/>
            <a:ext cx="7505700" cy="563880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9CF0EC4B-54ED-4041-B552-9BA760FA3DBA}" type="datetime1">
              <a:rPr lang="en-US" smtClean="0"/>
              <a:t>2/21/2026</a:t>
            </a:fld>
            <a:endParaRPr lang="en-US"/>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CC057153-B650-4DEB-B370-79DDCFDCE934}" type="slidenum">
              <a:rPr lang="en-US" smtClean="0"/>
              <a:t>‹#›</a:t>
            </a:fld>
            <a:endParaRPr lang="en-US"/>
          </a:p>
        </p:txBody>
      </p:sp>
    </p:spTree>
    <p:extLst>
      <p:ext uri="{BB962C8B-B14F-4D97-AF65-F5344CB8AC3E}">
        <p14:creationId xmlns:p14="http://schemas.microsoft.com/office/powerpoint/2010/main" val="118420185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2.pn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image" Target="../media/image3.png"/><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microsoft.com/office/2007/relationships/hdphoto" Target="../media/hdphoto1.wdp"/></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1069848" y="484632"/>
            <a:ext cx="10058400" cy="1609344"/>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1069848" y="2121408"/>
            <a:ext cx="10058400" cy="4050792"/>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7964424" y="6272784"/>
            <a:ext cx="3273552" cy="365125"/>
          </a:xfrm>
          <a:prstGeom prst="rect">
            <a:avLst/>
          </a:prstGeom>
        </p:spPr>
        <p:txBody>
          <a:bodyPr vert="horz" lIns="91440" tIns="45720" rIns="91440" bIns="45720" rtlCol="0" anchor="ctr"/>
          <a:lstStyle>
            <a:lvl1pPr algn="r">
              <a:defRPr sz="1100">
                <a:solidFill>
                  <a:schemeClr val="tx2"/>
                </a:solidFill>
              </a:defRPr>
            </a:lvl1pPr>
          </a:lstStyle>
          <a:p>
            <a:fld id="{67F45AC6-C491-4585-A584-9CE2AF7D5500}" type="datetime1">
              <a:rPr lang="en-US" smtClean="0"/>
              <a:t>2/21/2026</a:t>
            </a:fld>
            <a:endParaRPr lang="en-US"/>
          </a:p>
        </p:txBody>
      </p:sp>
      <p:sp>
        <p:nvSpPr>
          <p:cNvPr id="5" name="Footer Placeholder 4"/>
          <p:cNvSpPr>
            <a:spLocks noGrp="1"/>
          </p:cNvSpPr>
          <p:nvPr>
            <p:ph type="ftr" sz="quarter" idx="3"/>
          </p:nvPr>
        </p:nvSpPr>
        <p:spPr>
          <a:xfrm>
            <a:off x="1088136" y="6272784"/>
            <a:ext cx="6327648" cy="365125"/>
          </a:xfrm>
          <a:prstGeom prst="rect">
            <a:avLst/>
          </a:prstGeom>
        </p:spPr>
        <p:txBody>
          <a:bodyPr vert="horz" lIns="91440" tIns="45720" rIns="91440" bIns="45720" rtlCol="0" anchor="ctr"/>
          <a:lstStyle>
            <a:lvl1pPr algn="l">
              <a:defRPr sz="1100">
                <a:solidFill>
                  <a:schemeClr val="tx2"/>
                </a:solidFill>
              </a:defRPr>
            </a:lvl1pPr>
          </a:lstStyle>
          <a:p>
            <a:endParaRPr lang="en-US" dirty="0"/>
          </a:p>
        </p:txBody>
      </p:sp>
      <p:grpSp>
        <p:nvGrpSpPr>
          <p:cNvPr id="7" name="Group 6"/>
          <p:cNvGrpSpPr>
            <a:grpSpLocks noChangeAspect="1"/>
          </p:cNvGrpSpPr>
          <p:nvPr/>
        </p:nvGrpSpPr>
        <p:grpSpPr>
          <a:xfrm>
            <a:off x="11401725" y="6229681"/>
            <a:ext cx="457200" cy="457200"/>
            <a:chOff x="11361456" y="6195813"/>
            <a:chExt cx="548640" cy="548640"/>
          </a:xfrm>
        </p:grpSpPr>
        <p:sp>
          <p:nvSpPr>
            <p:cNvPr id="8" name="Oval 7"/>
            <p:cNvSpPr/>
            <p:nvPr/>
          </p:nvSpPr>
          <p:spPr>
            <a:xfrm>
              <a:off x="11361456" y="6195813"/>
              <a:ext cx="548640" cy="548640"/>
            </a:xfrm>
            <a:prstGeom prst="ellipse">
              <a:avLst/>
            </a:prstGeom>
            <a:blipFill dpi="0" rotWithShape="1">
              <a:blip r:embed="rId13">
                <a:duotone>
                  <a:schemeClr val="accent1">
                    <a:shade val="45000"/>
                    <a:satMod val="135000"/>
                  </a:schemeClr>
                  <a:prstClr val="white"/>
                </a:duotone>
                <a:extLst>
                  <a:ext uri="{BEBA8EAE-BF5A-486C-A8C5-ECC9F3942E4B}">
                    <a14:imgProps xmlns:a14="http://schemas.microsoft.com/office/drawing/2010/main">
                      <a14:imgLayer r:embed="rId14">
                        <a14:imgEffect>
                          <a14:saturation sat="95000"/>
                        </a14:imgEffect>
                        <a14:imgEffect>
                          <a14:brightnessContrast bright="-40000" contrast="20000"/>
                        </a14:imgEffect>
                      </a14:imgLayer>
                    </a14:imgProps>
                  </a:ext>
                </a:extLst>
              </a:blip>
              <a:srcRect/>
              <a:tile tx="50800" ty="0" sx="85000" sy="85000" flip="none" algn="tl"/>
            </a:blipFill>
            <a:ln w="25400" cap="flat" cmpd="sng" algn="ctr">
              <a:noFill/>
              <a:prstDash val="solid"/>
            </a:ln>
            <a:effectLst/>
          </p:spPr>
          <p:txBody>
            <a:bodyPr/>
            <a:lstStyle/>
            <a:p>
              <a:endParaRPr lang="en-US"/>
            </a:p>
          </p:txBody>
        </p:sp>
        <p:sp>
          <p:nvSpPr>
            <p:cNvPr id="9" name="Oval 8"/>
            <p:cNvSpPr/>
            <p:nvPr/>
          </p:nvSpPr>
          <p:spPr>
            <a:xfrm>
              <a:off x="11396488" y="6230844"/>
              <a:ext cx="478576" cy="478578"/>
            </a:xfrm>
            <a:prstGeom prst="ellipse">
              <a:avLst/>
            </a:prstGeom>
            <a:noFill/>
            <a:ln w="12700" cap="flat" cmpd="sng" algn="ctr">
              <a:solidFill>
                <a:srgbClr val="FFFFFF"/>
              </a:solidFill>
              <a:prstDash val="solid"/>
            </a:ln>
            <a:effectLst/>
          </p:spPr>
          <p:txBody>
            <a:bodyPr/>
            <a:lstStyle/>
            <a:p>
              <a:endParaRPr lang="en-US"/>
            </a:p>
          </p:txBody>
        </p:sp>
      </p:grpSp>
      <p:sp>
        <p:nvSpPr>
          <p:cNvPr id="6" name="Slide Number Placeholder 5"/>
          <p:cNvSpPr>
            <a:spLocks noGrp="1"/>
          </p:cNvSpPr>
          <p:nvPr>
            <p:ph type="sldNum" sz="quarter" idx="4"/>
          </p:nvPr>
        </p:nvSpPr>
        <p:spPr>
          <a:xfrm>
            <a:off x="11311128" y="6272784"/>
            <a:ext cx="640080" cy="365125"/>
          </a:xfrm>
          <a:prstGeom prst="rect">
            <a:avLst/>
          </a:prstGeom>
        </p:spPr>
        <p:txBody>
          <a:bodyPr vert="horz" lIns="91440" tIns="45720" rIns="91440" bIns="45720" rtlCol="0" anchor="ctr"/>
          <a:lstStyle>
            <a:lvl1pPr algn="ctr">
              <a:defRPr sz="1400" b="1">
                <a:solidFill>
                  <a:srgbClr val="FFFFFF"/>
                </a:solidFill>
                <a:latin typeface="+mj-lt"/>
              </a:defRPr>
            </a:lvl1pPr>
          </a:lstStyle>
          <a:p>
            <a:fld id="{CC057153-B650-4DEB-B370-79DDCFDCE934}" type="slidenum">
              <a:rPr lang="en-US" smtClean="0"/>
              <a:t>‹#›</a:t>
            </a:fld>
            <a:endParaRPr lang="en-US"/>
          </a:p>
        </p:txBody>
      </p:sp>
    </p:spTree>
    <p:extLst>
      <p:ext uri="{BB962C8B-B14F-4D97-AF65-F5344CB8AC3E}">
        <p14:creationId xmlns:p14="http://schemas.microsoft.com/office/powerpoint/2010/main" val="664932765"/>
      </p:ext>
    </p:extLst>
  </p:cSld>
  <p:clrMap bg1="lt1" tx1="dk1" bg2="lt2" tx2="dk2" accent1="accent1" accent2="accent2" accent3="accent3" accent4="accent4" accent5="accent5" accent6="accent6" hlink="hlink" folHlink="folHlink"/>
  <p:sldLayoutIdLst>
    <p:sldLayoutId id="2147483673" r:id="rId1"/>
    <p:sldLayoutId id="2147483674" r:id="rId2"/>
    <p:sldLayoutId id="2147483675" r:id="rId3"/>
    <p:sldLayoutId id="2147483676" r:id="rId4"/>
    <p:sldLayoutId id="2147483677" r:id="rId5"/>
    <p:sldLayoutId id="2147483678" r:id="rId6"/>
    <p:sldLayoutId id="2147483679" r:id="rId7"/>
    <p:sldLayoutId id="2147483680" r:id="rId8"/>
    <p:sldLayoutId id="2147483681" r:id="rId9"/>
    <p:sldLayoutId id="2147483682" r:id="rId10"/>
    <p:sldLayoutId id="2147483683" r:id="rId11"/>
  </p:sldLayoutIdLst>
  <p:hf sldNum="0" hdr="0" ftr="0" dt="0"/>
  <p:txStyles>
    <p:titleStyle>
      <a:lvl1pPr algn="l" defTabSz="914400" rtl="0" eaLnBrk="1" latinLnBrk="0" hangingPunct="1">
        <a:lnSpc>
          <a:spcPct val="90000"/>
        </a:lnSpc>
        <a:spcBef>
          <a:spcPct val="0"/>
        </a:spcBef>
        <a:buNone/>
        <a:defRPr sz="5400" kern="1200" cap="all" baseline="0">
          <a:blipFill>
            <a:blip r:embed="rId15">
              <a:extLst>
                <a:ext uri="{28A0092B-C50C-407E-A947-70E740481C1C}">
                  <a14:useLocalDpi xmlns:a14="http://schemas.microsoft.com/office/drawing/2010/main" val="0"/>
                </a:ext>
              </a:extLst>
            </a:blip>
            <a:tile tx="6350" ty="-127000" sx="65000" sy="64000" flip="none" algn="tl"/>
          </a:blipFill>
          <a:latin typeface="+mj-lt"/>
          <a:ea typeface="+mj-ea"/>
          <a:cs typeface="+mj-cs"/>
        </a:defRPr>
      </a:lvl1pPr>
    </p:titleStyle>
    <p:bodyStyle>
      <a:lvl1pPr marL="182880" indent="-182880" algn="l" defTabSz="914400" rtl="0" eaLnBrk="1" latinLnBrk="0" hangingPunct="1">
        <a:lnSpc>
          <a:spcPct val="90000"/>
        </a:lnSpc>
        <a:spcBef>
          <a:spcPts val="1200"/>
        </a:spcBef>
        <a:buClr>
          <a:schemeClr val="accent1">
            <a:lumMod val="75000"/>
          </a:schemeClr>
        </a:buClr>
        <a:buSzPct val="85000"/>
        <a:buFont typeface="Wingdings" pitchFamily="2" charset="2"/>
        <a:buChar char="§"/>
        <a:defRPr sz="2000" kern="1200">
          <a:solidFill>
            <a:schemeClr val="tx1"/>
          </a:solidFill>
          <a:latin typeface="+mn-lt"/>
          <a:ea typeface="+mn-ea"/>
          <a:cs typeface="+mn-cs"/>
        </a:defRPr>
      </a:lvl1pPr>
      <a:lvl2pPr marL="457200" indent="-18288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Char char="§"/>
        <a:defRPr sz="1800" kern="1200">
          <a:solidFill>
            <a:schemeClr val="tx1"/>
          </a:solidFill>
          <a:latin typeface="+mn-lt"/>
          <a:ea typeface="+mn-ea"/>
          <a:cs typeface="+mn-cs"/>
        </a:defRPr>
      </a:lvl2pPr>
      <a:lvl3pPr marL="731520" indent="-18288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Char char="§"/>
        <a:defRPr sz="1600" kern="1200">
          <a:solidFill>
            <a:schemeClr val="tx1"/>
          </a:solidFill>
          <a:latin typeface="+mn-lt"/>
          <a:ea typeface="+mn-ea"/>
          <a:cs typeface="+mn-cs"/>
        </a:defRPr>
      </a:lvl3pPr>
      <a:lvl4pPr marL="1005840" indent="-18288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Char char="§"/>
        <a:defRPr sz="1600" kern="1200">
          <a:solidFill>
            <a:schemeClr val="tx1"/>
          </a:solidFill>
          <a:latin typeface="+mn-lt"/>
          <a:ea typeface="+mn-ea"/>
          <a:cs typeface="+mn-cs"/>
        </a:defRPr>
      </a:lvl4pPr>
      <a:lvl5pPr marL="1280160" indent="-18288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Char char="§"/>
        <a:defRPr sz="1600" kern="1200">
          <a:solidFill>
            <a:schemeClr val="tx1"/>
          </a:solidFill>
          <a:latin typeface="+mn-lt"/>
          <a:ea typeface="+mn-ea"/>
          <a:cs typeface="+mn-cs"/>
        </a:defRPr>
      </a:lvl5pPr>
      <a:lvl6pPr marL="1600000" indent="-22860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Char char="§"/>
        <a:defRPr sz="1600" kern="1200">
          <a:solidFill>
            <a:schemeClr val="tx1"/>
          </a:solidFill>
          <a:latin typeface="+mn-lt"/>
          <a:ea typeface="+mn-ea"/>
          <a:cs typeface="+mn-cs"/>
        </a:defRPr>
      </a:lvl6pPr>
      <a:lvl7pPr marL="1900000" indent="-22860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Char char="§"/>
        <a:defRPr sz="1600" kern="1200">
          <a:solidFill>
            <a:schemeClr val="tx1"/>
          </a:solidFill>
          <a:latin typeface="+mn-lt"/>
          <a:ea typeface="+mn-ea"/>
          <a:cs typeface="+mn-cs"/>
        </a:defRPr>
      </a:lvl7pPr>
      <a:lvl8pPr marL="2200000" indent="-22860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Char char="§"/>
        <a:defRPr sz="1600" kern="1200">
          <a:solidFill>
            <a:schemeClr val="tx1"/>
          </a:solidFill>
          <a:latin typeface="+mn-lt"/>
          <a:ea typeface="+mn-ea"/>
          <a:cs typeface="+mn-cs"/>
        </a:defRPr>
      </a:lvl8pPr>
      <a:lvl9pPr marL="2500000" indent="-22860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Char char="§"/>
        <a:defRPr sz="16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1.xml"/><Relationship Id="rId1" Type="http://schemas.openxmlformats.org/officeDocument/2006/relationships/slideLayout" Target="../slideLayouts/slideLayout1.xml"/><Relationship Id="rId4" Type="http://schemas.openxmlformats.org/officeDocument/2006/relationships/image" Target="../media/image5.jpg"/></Relationships>
</file>

<file path=ppt/slides/_rels/slide2.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2.xml"/><Relationship Id="rId1" Type="http://schemas.openxmlformats.org/officeDocument/2006/relationships/slideLayout" Target="../slideLayouts/slideLayout1.xml"/><Relationship Id="rId5" Type="http://schemas.openxmlformats.org/officeDocument/2006/relationships/image" Target="../media/image3.png"/><Relationship Id="rId4" Type="http://schemas.microsoft.com/office/2007/relationships/hdphoto" Target="../media/hdphoto2.wdp"/></Relationships>
</file>

<file path=ppt/slides/_rels/slide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3.xml"/><Relationship Id="rId1" Type="http://schemas.openxmlformats.org/officeDocument/2006/relationships/slideLayout" Target="../slideLayouts/slideLayout1.xml"/><Relationship Id="rId5" Type="http://schemas.openxmlformats.org/officeDocument/2006/relationships/image" Target="../media/image3.png"/><Relationship Id="rId4" Type="http://schemas.openxmlformats.org/officeDocument/2006/relationships/image" Target="../media/image6.png"/></Relationships>
</file>

<file path=ppt/slides/_rels/slide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4.xml"/><Relationship Id="rId1" Type="http://schemas.openxmlformats.org/officeDocument/2006/relationships/slideLayout" Target="../slideLayouts/slideLayout1.xml"/><Relationship Id="rId5" Type="http://schemas.openxmlformats.org/officeDocument/2006/relationships/image" Target="../media/image3.png"/><Relationship Id="rId4" Type="http://schemas.openxmlformats.org/officeDocument/2006/relationships/image" Target="../media/image7.png"/></Relationships>
</file>

<file path=ppt/slides/_rels/slide5.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5.xml"/><Relationship Id="rId1" Type="http://schemas.openxmlformats.org/officeDocument/2006/relationships/slideLayout" Target="../slideLayouts/slideLayout1.xml"/><Relationship Id="rId4" Type="http://schemas.openxmlformats.org/officeDocument/2006/relationships/image" Target="../media/image8.png"/></Relationships>
</file>

<file path=ppt/slides/_rels/slide6.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6.xml"/><Relationship Id="rId1" Type="http://schemas.openxmlformats.org/officeDocument/2006/relationships/slideLayout" Target="../slideLayouts/slideLayout1.xml"/><Relationship Id="rId4" Type="http://schemas.openxmlformats.org/officeDocument/2006/relationships/image" Target="../media/image9.png"/></Relationships>
</file>

<file path=ppt/slides/_rels/slide7.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7.xml"/><Relationship Id="rId1" Type="http://schemas.openxmlformats.org/officeDocument/2006/relationships/slideLayout" Target="../slideLayouts/slideLayout1.xml"/><Relationship Id="rId4" Type="http://schemas.openxmlformats.org/officeDocument/2006/relationships/image" Target="../media/image10.png"/></Relationships>
</file>

<file path=ppt/slides/_rels/slide8.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8.xml"/><Relationship Id="rId1" Type="http://schemas.openxmlformats.org/officeDocument/2006/relationships/slideLayout" Target="../slideLayouts/slideLayout1.xml"/><Relationship Id="rId5" Type="http://schemas.openxmlformats.org/officeDocument/2006/relationships/image" Target="../media/image3.png"/><Relationship Id="rId4" Type="http://schemas.openxmlformats.org/officeDocument/2006/relationships/image" Target="../media/image11.png"/></Relationships>
</file>

<file path=ppt/slides/_rels/slide9.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9.xml"/><Relationship Id="rId1" Type="http://schemas.openxmlformats.org/officeDocument/2006/relationships/slideLayout" Target="../slideLayouts/slideLayout1.xml"/><Relationship Id="rId5" Type="http://schemas.openxmlformats.org/officeDocument/2006/relationships/image" Target="../media/image3.png"/><Relationship Id="rId4" Type="http://schemas.openxmlformats.org/officeDocument/2006/relationships/image" Target="../media/image12.png"/></Relationships>
</file>

<file path=ppt/slides/_rels/slide10.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0.xml"/><Relationship Id="rId1" Type="http://schemas.openxmlformats.org/officeDocument/2006/relationships/slideLayout" Target="../slideLayouts/slideLayout1.xml"/><Relationship Id="rId6" Type="http://schemas.openxmlformats.org/officeDocument/2006/relationships/image" Target="../media/image13.png"/><Relationship Id="rId5" Type="http://schemas.openxmlformats.org/officeDocument/2006/relationships/image" Target="../media/image3.png"/><Relationship Id="rId4" Type="http://schemas.microsoft.com/office/2007/relationships/hdphoto" Target="../media/hdphoto2.wdp"/></Relationships>
</file>

<file path=ppt/slides/_rels/slide11.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1.xml"/><Relationship Id="rId1" Type="http://schemas.openxmlformats.org/officeDocument/2006/relationships/slideLayout" Target="../slideLayouts/slideLayout1.xml"/><Relationship Id="rId6" Type="http://schemas.openxmlformats.org/officeDocument/2006/relationships/image" Target="../media/image14.png"/><Relationship Id="rId5" Type="http://schemas.openxmlformats.org/officeDocument/2006/relationships/image" Target="../media/image3.png"/><Relationship Id="rId4" Type="http://schemas.microsoft.com/office/2007/relationships/hdphoto" Target="../media/hdphoto2.wdp"/></Relationships>
</file>

<file path=ppt/slides/_rels/slide12.xml.rels><?xml version="1.0" encoding="UTF-8" standalone="yes"?>
<Relationships xmlns="http://schemas.openxmlformats.org/package/2006/relationships"><Relationship Id="rId3" Type="http://schemas.openxmlformats.org/officeDocument/2006/relationships/image" Target="../media/image5.jpg"/><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3" Type="http://schemas.openxmlformats.org/officeDocument/2006/relationships/image" Target="../media/image5.jpg"/><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bg>
      <p:bgPr>
        <a:blipFill rotWithShape="1">
          <a:blip r:embed="rId3">
            <a:duotone>
              <a:schemeClr val="bg1">
                <a:tint val="75000"/>
                <a:shade val="58000"/>
                <a:satMod val="120000"/>
              </a:schemeClr>
              <a:schemeClr val="bg1">
                <a:tint val="50000"/>
                <a:shade val="96000"/>
              </a:schemeClr>
            </a:duotone>
          </a:blip>
          <a:tile tx="0" ty="0" sx="100000" sy="100000" flip="none" algn="tl"/>
        </a:blipFill>
        <a:effectLst/>
      </p:bgPr>
    </p:bg>
    <p:spTree>
      <p:nvGrpSpPr>
        <p:cNvPr id="1" name=""/>
        <p:cNvGrpSpPr/>
        <p:nvPr/>
      </p:nvGrpSpPr>
      <p:grpSpPr>
        <a:xfrm>
          <a:off x="0" y="0"/>
          <a:ext cx="0" cy="0"/>
          <a:chOff x="0" y="0"/>
          <a:chExt cx="0" cy="0"/>
        </a:xfrm>
      </p:grpSpPr>
      <p:sp useBgFill="1">
        <p:nvSpPr>
          <p:cNvPr id="14" name="Rectangle 13">
            <a:extLst>
              <a:ext uri="{FF2B5EF4-FFF2-40B4-BE49-F238E27FC236}">
                <a16:creationId xmlns:a16="http://schemas.microsoft.com/office/drawing/2014/main" id="{2A0E4E09-FC02-4ADC-951A-3FFA90B6FE3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1695"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Subtitle 2">
            <a:extLst>
              <a:ext uri="{FF2B5EF4-FFF2-40B4-BE49-F238E27FC236}">
                <a16:creationId xmlns:a16="http://schemas.microsoft.com/office/drawing/2014/main" id="{E5EC3DC3-E491-B0E9-1854-9CFCE16ED3AD}"/>
              </a:ext>
            </a:extLst>
          </p:cNvPr>
          <p:cNvSpPr>
            <a:spLocks noGrp="1"/>
          </p:cNvSpPr>
          <p:nvPr>
            <p:ph type="subTitle" idx="1"/>
          </p:nvPr>
        </p:nvSpPr>
        <p:spPr>
          <a:xfrm>
            <a:off x="6395288" y="3226811"/>
            <a:ext cx="5413253" cy="404376"/>
          </a:xfrm>
        </p:spPr>
        <p:txBody>
          <a:bodyPr anchor="ctr">
            <a:noAutofit/>
          </a:bodyPr>
          <a:lstStyle/>
          <a:p>
            <a:r>
              <a:rPr lang="en-US" sz="4000" u="sng" dirty="0">
                <a:solidFill>
                  <a:srgbClr val="FFFFFF"/>
                </a:solidFill>
                <a:latin typeface="Amasis MT Pro Medium" panose="020F0502020204030204" pitchFamily="18" charset="0"/>
              </a:rPr>
              <a:t>Overview</a:t>
            </a:r>
          </a:p>
          <a:p>
            <a:r>
              <a:rPr lang="en-US" sz="4000" dirty="0">
                <a:solidFill>
                  <a:srgbClr val="FFFFFF"/>
                </a:solidFill>
                <a:latin typeface="Amasis MT Pro Medium" panose="020F0502020204030204" pitchFamily="18" charset="0"/>
              </a:rPr>
              <a:t>•Total Profit</a:t>
            </a:r>
          </a:p>
          <a:p>
            <a:r>
              <a:rPr lang="en-US" sz="4000" dirty="0">
                <a:solidFill>
                  <a:srgbClr val="FFFFFF"/>
                </a:solidFill>
                <a:latin typeface="Amasis MT Pro Medium" panose="020F0502020204030204" pitchFamily="18" charset="0"/>
              </a:rPr>
              <a:t>•Gross Profit %</a:t>
            </a:r>
          </a:p>
          <a:p>
            <a:r>
              <a:rPr lang="en-US" sz="4000" dirty="0">
                <a:solidFill>
                  <a:srgbClr val="FFFFFF"/>
                </a:solidFill>
                <a:latin typeface="Amasis MT Pro Medium" panose="020F0502020204030204" pitchFamily="18" charset="0"/>
              </a:rPr>
              <a:t>•Looking Ahead </a:t>
            </a:r>
          </a:p>
        </p:txBody>
      </p:sp>
      <p:sp>
        <p:nvSpPr>
          <p:cNvPr id="16" name="Freeform: Shape 15">
            <a:extLst>
              <a:ext uri="{FF2B5EF4-FFF2-40B4-BE49-F238E27FC236}">
                <a16:creationId xmlns:a16="http://schemas.microsoft.com/office/drawing/2014/main" id="{14A1598B-1957-47CF-AAF4-F7A36DA0E7C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2" y="3"/>
            <a:ext cx="6095695" cy="6857997"/>
          </a:xfrm>
          <a:custGeom>
            <a:avLst/>
            <a:gdLst>
              <a:gd name="connsiteX0" fmla="*/ 3435036 w 6095695"/>
              <a:gd name="connsiteY0" fmla="*/ 0 h 6857997"/>
              <a:gd name="connsiteX1" fmla="*/ 4198562 w 6095695"/>
              <a:gd name="connsiteY1" fmla="*/ 0 h 6857997"/>
              <a:gd name="connsiteX2" fmla="*/ 4365987 w 6095695"/>
              <a:gd name="connsiteY2" fmla="*/ 128761 h 6857997"/>
              <a:gd name="connsiteX3" fmla="*/ 6095695 w 6095695"/>
              <a:gd name="connsiteY3" fmla="*/ 3718209 h 6857997"/>
              <a:gd name="connsiteX4" fmla="*/ 4860911 w 6095695"/>
              <a:gd name="connsiteY4" fmla="*/ 6845880 h 6857997"/>
              <a:gd name="connsiteX5" fmla="*/ 4849107 w 6095695"/>
              <a:gd name="connsiteY5" fmla="*/ 6857997 h 6857997"/>
              <a:gd name="connsiteX6" fmla="*/ 4253869 w 6095695"/>
              <a:gd name="connsiteY6" fmla="*/ 6857997 h 6857997"/>
              <a:gd name="connsiteX7" fmla="*/ 4409441 w 6095695"/>
              <a:gd name="connsiteY7" fmla="*/ 6719623 h 6857997"/>
              <a:gd name="connsiteX8" fmla="*/ 5679794 w 6095695"/>
              <a:gd name="connsiteY8" fmla="*/ 3718209 h 6857997"/>
              <a:gd name="connsiteX9" fmla="*/ 3591563 w 6095695"/>
              <a:gd name="connsiteY9" fmla="*/ 88079 h 6857997"/>
              <a:gd name="connsiteX10" fmla="*/ 0 w 6095695"/>
              <a:gd name="connsiteY10" fmla="*/ 0 h 6857997"/>
              <a:gd name="connsiteX11" fmla="*/ 3177466 w 6095695"/>
              <a:gd name="connsiteY11" fmla="*/ 0 h 6857997"/>
              <a:gd name="connsiteX12" fmla="*/ 3353291 w 6095695"/>
              <a:gd name="connsiteY12" fmla="*/ 88129 h 6857997"/>
              <a:gd name="connsiteX13" fmla="*/ 5560965 w 6095695"/>
              <a:gd name="connsiteY13" fmla="*/ 3718209 h 6857997"/>
              <a:gd name="connsiteX14" fmla="*/ 4325417 w 6095695"/>
              <a:gd name="connsiteY14" fmla="*/ 6637392 h 6857997"/>
              <a:gd name="connsiteX15" fmla="*/ 4077394 w 6095695"/>
              <a:gd name="connsiteY15" fmla="*/ 6857997 h 6857997"/>
              <a:gd name="connsiteX16" fmla="*/ 0 w 6095695"/>
              <a:gd name="connsiteY16" fmla="*/ 6857997 h 68579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6095695" h="6857997">
                <a:moveTo>
                  <a:pt x="3435036" y="0"/>
                </a:moveTo>
                <a:lnTo>
                  <a:pt x="4198562" y="0"/>
                </a:lnTo>
                <a:lnTo>
                  <a:pt x="4365987" y="128761"/>
                </a:lnTo>
                <a:cubicBezTo>
                  <a:pt x="5422363" y="981944"/>
                  <a:pt x="6095695" y="2273123"/>
                  <a:pt x="6095695" y="3718209"/>
                </a:cubicBezTo>
                <a:cubicBezTo>
                  <a:pt x="6095695" y="4922447"/>
                  <a:pt x="5628104" y="6019805"/>
                  <a:pt x="4860911" y="6845880"/>
                </a:cubicBezTo>
                <a:lnTo>
                  <a:pt x="4849107" y="6857997"/>
                </a:lnTo>
                <a:lnTo>
                  <a:pt x="4253869" y="6857997"/>
                </a:lnTo>
                <a:lnTo>
                  <a:pt x="4409441" y="6719623"/>
                </a:lnTo>
                <a:cubicBezTo>
                  <a:pt x="5194330" y="5951494"/>
                  <a:pt x="5679794" y="4890334"/>
                  <a:pt x="5679794" y="3718209"/>
                </a:cubicBezTo>
                <a:cubicBezTo>
                  <a:pt x="5679794" y="2179795"/>
                  <a:pt x="4843506" y="832535"/>
                  <a:pt x="3591563" y="88079"/>
                </a:cubicBezTo>
                <a:close/>
                <a:moveTo>
                  <a:pt x="0" y="0"/>
                </a:moveTo>
                <a:lnTo>
                  <a:pt x="3177466" y="0"/>
                </a:lnTo>
                <a:lnTo>
                  <a:pt x="3353291" y="88129"/>
                </a:lnTo>
                <a:cubicBezTo>
                  <a:pt x="4668281" y="787221"/>
                  <a:pt x="5560965" y="2150692"/>
                  <a:pt x="5560965" y="3718209"/>
                </a:cubicBezTo>
                <a:cubicBezTo>
                  <a:pt x="5560965" y="4858221"/>
                  <a:pt x="5088802" y="5890308"/>
                  <a:pt x="4325417" y="6637392"/>
                </a:cubicBezTo>
                <a:lnTo>
                  <a:pt x="4077394" y="6857997"/>
                </a:lnTo>
                <a:lnTo>
                  <a:pt x="0" y="6857997"/>
                </a:lnTo>
                <a:close/>
              </a:path>
            </a:pathLst>
          </a:cu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pic>
        <p:nvPicPr>
          <p:cNvPr id="9" name="Picture 8">
            <a:extLst>
              <a:ext uri="{FF2B5EF4-FFF2-40B4-BE49-F238E27FC236}">
                <a16:creationId xmlns:a16="http://schemas.microsoft.com/office/drawing/2014/main" id="{30CD68BF-83B0-C015-0DEB-CE80F813ABA3}"/>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663388" y="2018861"/>
            <a:ext cx="3972222" cy="2820277"/>
          </a:xfrm>
          <a:prstGeom prst="rect">
            <a:avLst/>
          </a:prstGeom>
        </p:spPr>
      </p:pic>
    </p:spTree>
    <p:extLst>
      <p:ext uri="{BB962C8B-B14F-4D97-AF65-F5344CB8AC3E}">
        <p14:creationId xmlns:p14="http://schemas.microsoft.com/office/powerpoint/2010/main" val="2492423521"/>
      </p:ext>
    </p:extLst>
  </p:cSld>
  <p:clrMapOvr>
    <a:overrideClrMapping bg1="dk1" tx1="lt1" bg2="dk2" tx2="lt2" accent1="accent1" accent2="accent2" accent3="accent3" accent4="accent4" accent5="accent5" accent6="accent6" hlink="hlink" folHlink="folHlink"/>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0781910A-3914-6BAB-27B9-07FC24E9DF36}"/>
            </a:ext>
          </a:extLst>
        </p:cNvPr>
        <p:cNvGrpSpPr/>
        <p:nvPr/>
      </p:nvGrpSpPr>
      <p:grpSpPr>
        <a:xfrm>
          <a:off x="0" y="0"/>
          <a:ext cx="0" cy="0"/>
          <a:chOff x="0" y="0"/>
          <a:chExt cx="0" cy="0"/>
        </a:xfrm>
      </p:grpSpPr>
      <p:sp useBgFill="1">
        <p:nvSpPr>
          <p:cNvPr id="14" name="Rectangle 13">
            <a:extLst>
              <a:ext uri="{FF2B5EF4-FFF2-40B4-BE49-F238E27FC236}">
                <a16:creationId xmlns:a16="http://schemas.microsoft.com/office/drawing/2014/main" id="{747F1E6E-7670-AFE7-D1A7-DADD45725BF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white">
          <a:xfrm>
            <a:off x="0" y="0"/>
            <a:ext cx="12188952" cy="6858001"/>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sp>
        <p:nvSpPr>
          <p:cNvPr id="16" name="Rectangle 15">
            <a:extLst>
              <a:ext uri="{FF2B5EF4-FFF2-40B4-BE49-F238E27FC236}">
                <a16:creationId xmlns:a16="http://schemas.microsoft.com/office/drawing/2014/main" id="{8136DD3F-EB73-56A1-E88D-33AE876A068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920834" y="928117"/>
            <a:ext cx="10351008" cy="80683"/>
          </a:xfrm>
          <a:prstGeom prst="rect">
            <a:avLst/>
          </a:prstGeom>
          <a:blipFill dpi="0" rotWithShape="1">
            <a:blip r:embed="rId3">
              <a:alphaModFix amt="85000"/>
              <a:lum bright="70000" contrast="-70000"/>
              <a:extLst>
                <a:ext uri="{BEBA8EAE-BF5A-486C-A8C5-ECC9F3942E4B}">
                  <a14:imgProps xmlns:a14="http://schemas.microsoft.com/office/drawing/2010/main">
                    <a14:imgLayer r:embed="rId4">
                      <a14:imgEffect>
                        <a14:sharpenSoften amount="61000"/>
                      </a14:imgEffect>
                    </a14:imgLayer>
                  </a14:imgProps>
                </a:ext>
                <a:ext uri="{28A0092B-C50C-407E-A947-70E740481C1C}">
                  <a14:useLocalDpi xmlns:a14="http://schemas.microsoft.com/office/drawing/2010/main" val="0"/>
                </a:ext>
              </a:extLst>
            </a:blip>
            <a:srcRect/>
            <a:tile tx="0" ty="-762000" sx="92000" sy="89000" flip="xy" algn="ctr"/>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Rectangle 17">
            <a:extLst>
              <a:ext uri="{FF2B5EF4-FFF2-40B4-BE49-F238E27FC236}">
                <a16:creationId xmlns:a16="http://schemas.microsoft.com/office/drawing/2014/main" id="{CF84772B-969B-E0C2-278C-F008CF20C8F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920833" y="1110053"/>
            <a:ext cx="6631431" cy="4580301"/>
          </a:xfrm>
          <a:prstGeom prst="rect">
            <a:avLst/>
          </a:prstGeom>
          <a:blipFill dpi="0" rotWithShape="1">
            <a:blip r:embed="rId3">
              <a:alphaModFix amt="85000"/>
              <a:lum bright="70000" contrast="-70000"/>
              <a:extLst>
                <a:ext uri="{BEBA8EAE-BF5A-486C-A8C5-ECC9F3942E4B}">
                  <a14:imgProps xmlns:a14="http://schemas.microsoft.com/office/drawing/2010/main">
                    <a14:imgLayer r:embed="rId4">
                      <a14:imgEffect>
                        <a14:sharpenSoften amount="61000"/>
                      </a14:imgEffect>
                    </a14:imgLayer>
                  </a14:imgProps>
                </a:ext>
                <a:ext uri="{28A0092B-C50C-407E-A947-70E740481C1C}">
                  <a14:useLocalDpi xmlns:a14="http://schemas.microsoft.com/office/drawing/2010/main" val="0"/>
                </a:ext>
              </a:extLst>
            </a:blip>
            <a:srcRect/>
            <a:tile tx="0" ty="-704850" sx="92000" sy="89000" flip="xy" algn="ctr"/>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Rectangle 19">
            <a:extLst>
              <a:ext uri="{FF2B5EF4-FFF2-40B4-BE49-F238E27FC236}">
                <a16:creationId xmlns:a16="http://schemas.microsoft.com/office/drawing/2014/main" id="{86A7C05F-7715-879E-1F61-165CAC0B748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920834" y="5780565"/>
            <a:ext cx="10351008" cy="80683"/>
          </a:xfrm>
          <a:prstGeom prst="rect">
            <a:avLst/>
          </a:prstGeom>
          <a:blipFill dpi="0" rotWithShape="1">
            <a:blip r:embed="rId3">
              <a:alphaModFix amt="85000"/>
              <a:lum bright="70000" contrast="-70000"/>
              <a:extLst>
                <a:ext uri="{BEBA8EAE-BF5A-486C-A8C5-ECC9F3942E4B}">
                  <a14:imgProps xmlns:a14="http://schemas.microsoft.com/office/drawing/2010/main">
                    <a14:imgLayer r:embed="rId4">
                      <a14:imgEffect>
                        <a14:sharpenSoften amount="61000"/>
                      </a14:imgEffect>
                    </a14:imgLayer>
                  </a14:imgProps>
                </a:ext>
                <a:ext uri="{28A0092B-C50C-407E-A947-70E740481C1C}">
                  <a14:useLocalDpi xmlns:a14="http://schemas.microsoft.com/office/drawing/2010/main" val="0"/>
                </a:ext>
              </a:extLst>
            </a:blip>
            <a:srcRect/>
            <a:tile tx="0" ty="-717550" sx="92000" sy="89000" flip="xy" algn="ctr"/>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22" name="Group 21">
            <a:extLst>
              <a:ext uri="{FF2B5EF4-FFF2-40B4-BE49-F238E27FC236}">
                <a16:creationId xmlns:a16="http://schemas.microsoft.com/office/drawing/2014/main" id="{B83523EB-9DB2-5FE1-E412-5EC0248688E9}"/>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9646920" y="5257800"/>
            <a:ext cx="1080904" cy="1080902"/>
            <a:chOff x="9685338" y="4460675"/>
            <a:chExt cx="1080904" cy="1080902"/>
          </a:xfrm>
        </p:grpSpPr>
        <p:sp>
          <p:nvSpPr>
            <p:cNvPr id="23" name="Oval 22">
              <a:extLst>
                <a:ext uri="{FF2B5EF4-FFF2-40B4-BE49-F238E27FC236}">
                  <a16:creationId xmlns:a16="http://schemas.microsoft.com/office/drawing/2014/main" id="{124B26BB-5C38-21E4-C287-0A1CB2C7FF0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685338" y="4460675"/>
              <a:ext cx="1080904" cy="1080902"/>
            </a:xfrm>
            <a:prstGeom prst="ellipse">
              <a:avLst/>
            </a:prstGeom>
            <a:blipFill dpi="0" rotWithShape="1">
              <a:blip r:embed="rId5">
                <a:duotone>
                  <a:schemeClr val="accent1">
                    <a:shade val="45000"/>
                    <a:satMod val="135000"/>
                  </a:schemeClr>
                  <a:prstClr val="white"/>
                </a:duotone>
              </a:blip>
              <a:srcRect/>
              <a:tile tx="0" ty="0" sx="85000" sy="85000" flip="none" algn="tl"/>
            </a:blipFill>
            <a:ln w="25400" cap="flat" cmpd="sng" algn="ctr">
              <a:noFill/>
              <a:prstDash val="solid"/>
            </a:ln>
            <a:effectLst/>
          </p:spPr>
          <p:txBody>
            <a:bodyPr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2000" b="0" i="0" u="none" strike="noStrike" kern="0" cap="none" spc="0" normalizeH="0" baseline="0" noProof="0" dirty="0">
                <a:ln>
                  <a:noFill/>
                </a:ln>
                <a:solidFill>
                  <a:prstClr val="white"/>
                </a:solidFill>
                <a:effectLst/>
                <a:uLnTx/>
                <a:uFillTx/>
                <a:latin typeface="Rockwell Extra Bold" pitchFamily="18" charset="0"/>
                <a:ea typeface="+mn-ea"/>
                <a:cs typeface="+mn-cs"/>
              </a:endParaRPr>
            </a:p>
          </p:txBody>
        </p:sp>
        <p:sp>
          <p:nvSpPr>
            <p:cNvPr id="24" name="Oval 23">
              <a:extLst>
                <a:ext uri="{FF2B5EF4-FFF2-40B4-BE49-F238E27FC236}">
                  <a16:creationId xmlns:a16="http://schemas.microsoft.com/office/drawing/2014/main" id="{31CBA54A-9F86-D474-BA37-046B6CA1EDC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793429" y="4568765"/>
              <a:ext cx="864723" cy="864722"/>
            </a:xfrm>
            <a:prstGeom prst="ellipse">
              <a:avLst/>
            </a:prstGeom>
            <a:noFill/>
            <a:ln w="25400" cap="flat" cmpd="sng" algn="ctr">
              <a:solidFill>
                <a:sysClr val="window" lastClr="FFFFFF"/>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prstClr val="white"/>
                </a:solidFill>
                <a:effectLst/>
                <a:uLnTx/>
                <a:uFillTx/>
                <a:latin typeface="Calibri"/>
                <a:ea typeface="+mn-ea"/>
                <a:cs typeface="+mn-cs"/>
              </a:endParaRPr>
            </a:p>
          </p:txBody>
        </p:sp>
      </p:grpSp>
      <p:sp>
        <p:nvSpPr>
          <p:cNvPr id="4" name="Subtitle 3">
            <a:extLst>
              <a:ext uri="{FF2B5EF4-FFF2-40B4-BE49-F238E27FC236}">
                <a16:creationId xmlns:a16="http://schemas.microsoft.com/office/drawing/2014/main" id="{54A4DB25-9358-6F5C-058F-2C3A2D5C5417}"/>
              </a:ext>
            </a:extLst>
          </p:cNvPr>
          <p:cNvSpPr>
            <a:spLocks noGrp="1"/>
          </p:cNvSpPr>
          <p:nvPr>
            <p:ph type="subTitle" idx="1"/>
          </p:nvPr>
        </p:nvSpPr>
        <p:spPr>
          <a:xfrm>
            <a:off x="7814777" y="2473936"/>
            <a:ext cx="3344836" cy="1841492"/>
          </a:xfrm>
        </p:spPr>
        <p:txBody>
          <a:bodyPr anchor="ctr">
            <a:normAutofit/>
          </a:bodyPr>
          <a:lstStyle/>
          <a:p>
            <a:pPr algn="ctr"/>
            <a:r>
              <a:rPr lang="en-US" sz="4000" dirty="0">
                <a:solidFill>
                  <a:srgbClr val="666666"/>
                </a:solidFill>
              </a:rPr>
              <a:t>Overall Company Numbers</a:t>
            </a:r>
          </a:p>
        </p:txBody>
      </p:sp>
      <p:sp>
        <p:nvSpPr>
          <p:cNvPr id="2" name="TextBox 1">
            <a:extLst>
              <a:ext uri="{FF2B5EF4-FFF2-40B4-BE49-F238E27FC236}">
                <a16:creationId xmlns:a16="http://schemas.microsoft.com/office/drawing/2014/main" id="{939FB15A-43A1-FEF8-79C2-DE18F29E690F}"/>
              </a:ext>
            </a:extLst>
          </p:cNvPr>
          <p:cNvSpPr txBox="1"/>
          <p:nvPr/>
        </p:nvSpPr>
        <p:spPr>
          <a:xfrm>
            <a:off x="1432875" y="2367170"/>
            <a:ext cx="5043340" cy="2123658"/>
          </a:xfrm>
          <a:prstGeom prst="rect">
            <a:avLst/>
          </a:prstGeom>
          <a:noFill/>
        </p:spPr>
        <p:txBody>
          <a:bodyPr wrap="square" rtlCol="0" anchor="ctr">
            <a:spAutoFit/>
          </a:bodyPr>
          <a:lstStyle/>
          <a:p>
            <a:r>
              <a:rPr lang="en-US" sz="4400" dirty="0">
                <a:solidFill>
                  <a:schemeClr val="accent2"/>
                </a:solidFill>
              </a:rPr>
              <a:t>2024 - $852,472</a:t>
            </a:r>
          </a:p>
          <a:p>
            <a:endParaRPr lang="en-US" sz="4400" dirty="0">
              <a:solidFill>
                <a:schemeClr val="accent2"/>
              </a:solidFill>
            </a:endParaRPr>
          </a:p>
          <a:p>
            <a:r>
              <a:rPr lang="en-US" sz="4400" dirty="0">
                <a:solidFill>
                  <a:schemeClr val="accent2"/>
                </a:solidFill>
              </a:rPr>
              <a:t>2025 - $1,256,837</a:t>
            </a:r>
          </a:p>
        </p:txBody>
      </p:sp>
    </p:spTree>
    <p:extLst>
      <p:ext uri="{BB962C8B-B14F-4D97-AF65-F5344CB8AC3E}">
        <p14:creationId xmlns:p14="http://schemas.microsoft.com/office/powerpoint/2010/main" val="210289642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C76FEAC1-1C5A-6BE0-8DCD-72E585CFE7B9}"/>
            </a:ext>
          </a:extLst>
        </p:cNvPr>
        <p:cNvGrpSpPr/>
        <p:nvPr/>
      </p:nvGrpSpPr>
      <p:grpSpPr>
        <a:xfrm>
          <a:off x="0" y="0"/>
          <a:ext cx="0" cy="0"/>
          <a:chOff x="0" y="0"/>
          <a:chExt cx="0" cy="0"/>
        </a:xfrm>
      </p:grpSpPr>
      <p:sp>
        <p:nvSpPr>
          <p:cNvPr id="29" name="Rectangle 28">
            <a:extLst>
              <a:ext uri="{FF2B5EF4-FFF2-40B4-BE49-F238E27FC236}">
                <a16:creationId xmlns:a16="http://schemas.microsoft.com/office/drawing/2014/main" id="{AA184731-2495-4C5E-84D7-045E260A311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white">
          <a:xfrm>
            <a:off x="0" y="0"/>
            <a:ext cx="12188952" cy="6858001"/>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sp>
        <p:nvSpPr>
          <p:cNvPr id="31" name="Rectangle 30">
            <a:extLst>
              <a:ext uri="{FF2B5EF4-FFF2-40B4-BE49-F238E27FC236}">
                <a16:creationId xmlns:a16="http://schemas.microsoft.com/office/drawing/2014/main" id="{1BDA4DC5-9C94-4C6C-A12F-2E0C8D69B47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4257366"/>
            <a:ext cx="12192000" cy="2610465"/>
          </a:xfrm>
          <a:prstGeom prst="rect">
            <a:avLst/>
          </a:prstGeom>
          <a:blipFill dpi="0" rotWithShape="1">
            <a:blip r:embed="rId3">
              <a:alphaModFix amt="85000"/>
              <a:lum bright="70000" contrast="-70000"/>
              <a:extLst>
                <a:ext uri="{28A0092B-C50C-407E-A947-70E740481C1C}">
                  <a14:useLocalDpi xmlns:a14="http://schemas.microsoft.com/office/drawing/2010/main" val="0"/>
                </a:ext>
              </a:extLst>
            </a:blip>
            <a:srcRect/>
            <a:tile tx="0" ty="-704850" sx="92000" sy="89000" flip="xy" algn="ctr"/>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Subtitle 3">
            <a:extLst>
              <a:ext uri="{FF2B5EF4-FFF2-40B4-BE49-F238E27FC236}">
                <a16:creationId xmlns:a16="http://schemas.microsoft.com/office/drawing/2014/main" id="{64CCB41D-4709-88A4-BAC6-4ECC88E3E110}"/>
              </a:ext>
            </a:extLst>
          </p:cNvPr>
          <p:cNvSpPr>
            <a:spLocks noGrp="1"/>
          </p:cNvSpPr>
          <p:nvPr>
            <p:ph type="subTitle" idx="1"/>
          </p:nvPr>
        </p:nvSpPr>
        <p:spPr>
          <a:xfrm>
            <a:off x="1069848" y="5827916"/>
            <a:ext cx="9052560" cy="444868"/>
          </a:xfrm>
        </p:spPr>
        <p:txBody>
          <a:bodyPr>
            <a:noAutofit/>
          </a:bodyPr>
          <a:lstStyle/>
          <a:p>
            <a:r>
              <a:rPr lang="en-US" sz="3200" dirty="0"/>
              <a:t>Total Profit by Estimator</a:t>
            </a:r>
          </a:p>
        </p:txBody>
      </p:sp>
      <p:pic>
        <p:nvPicPr>
          <p:cNvPr id="6" name="Picture 5">
            <a:extLst>
              <a:ext uri="{FF2B5EF4-FFF2-40B4-BE49-F238E27FC236}">
                <a16:creationId xmlns:a16="http://schemas.microsoft.com/office/drawing/2014/main" id="{057C379D-ACE7-2B93-3838-59BBFEA09C9E}"/>
              </a:ext>
            </a:extLst>
          </p:cNvPr>
          <p:cNvPicPr>
            <a:picLocks noChangeAspect="1"/>
          </p:cNvPicPr>
          <p:nvPr/>
        </p:nvPicPr>
        <p:blipFill>
          <a:blip r:embed="rId4">
            <a:extLst>
              <a:ext uri="{28A0092B-C50C-407E-A947-70E740481C1C}">
                <a14:useLocalDpi xmlns:a14="http://schemas.microsoft.com/office/drawing/2010/main" val="0"/>
              </a:ext>
            </a:extLst>
          </a:blip>
          <a:srcRect l="-1436" t="-2646" r="-3081" b="581"/>
          <a:stretch>
            <a:fillRect/>
          </a:stretch>
        </p:blipFill>
        <p:spPr>
          <a:xfrm>
            <a:off x="636244" y="-113285"/>
            <a:ext cx="10916463" cy="4370651"/>
          </a:xfrm>
          <a:prstGeom prst="rect">
            <a:avLst/>
          </a:prstGeom>
        </p:spPr>
      </p:pic>
      <p:grpSp>
        <p:nvGrpSpPr>
          <p:cNvPr id="33" name="Group 32">
            <a:extLst>
              <a:ext uri="{FF2B5EF4-FFF2-40B4-BE49-F238E27FC236}">
                <a16:creationId xmlns:a16="http://schemas.microsoft.com/office/drawing/2014/main" id="{CB1E5C71-0EB0-4D54-8D8A-3F99A1696EBE}"/>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10245590" y="5111496"/>
            <a:ext cx="1080904" cy="1080902"/>
            <a:chOff x="9685338" y="4460675"/>
            <a:chExt cx="1080904" cy="1080902"/>
          </a:xfrm>
        </p:grpSpPr>
        <p:sp>
          <p:nvSpPr>
            <p:cNvPr id="34" name="Oval 33">
              <a:extLst>
                <a:ext uri="{FF2B5EF4-FFF2-40B4-BE49-F238E27FC236}">
                  <a16:creationId xmlns:a16="http://schemas.microsoft.com/office/drawing/2014/main" id="{6147C6D7-07CB-4821-9F9F-6D037481020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685338" y="4460675"/>
              <a:ext cx="1080904" cy="1080902"/>
            </a:xfrm>
            <a:prstGeom prst="ellipse">
              <a:avLst/>
            </a:prstGeom>
            <a:blipFill dpi="0" rotWithShape="1">
              <a:blip r:embed="rId5">
                <a:duotone>
                  <a:schemeClr val="accent1">
                    <a:shade val="45000"/>
                    <a:satMod val="135000"/>
                  </a:schemeClr>
                  <a:prstClr val="white"/>
                </a:duotone>
              </a:blip>
              <a:srcRect/>
              <a:tile tx="0" ty="0" sx="85000" sy="85000" flip="none" algn="tl"/>
            </a:blipFill>
            <a:ln w="25400" cap="flat" cmpd="sng" algn="ctr">
              <a:noFill/>
              <a:prstDash val="solid"/>
            </a:ln>
            <a:effectLst/>
          </p:spPr>
          <p:txBody>
            <a:bodyPr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2000" b="0" i="0" u="none" strike="noStrike" kern="0" cap="none" spc="0" normalizeH="0" baseline="0" noProof="0" dirty="0">
                <a:ln>
                  <a:noFill/>
                </a:ln>
                <a:solidFill>
                  <a:prstClr val="white"/>
                </a:solidFill>
                <a:effectLst/>
                <a:uLnTx/>
                <a:uFillTx/>
                <a:latin typeface="Rockwell Extra Bold" pitchFamily="18" charset="0"/>
                <a:ea typeface="+mn-ea"/>
                <a:cs typeface="+mn-cs"/>
              </a:endParaRPr>
            </a:p>
          </p:txBody>
        </p:sp>
        <p:sp>
          <p:nvSpPr>
            <p:cNvPr id="35" name="Oval 34">
              <a:extLst>
                <a:ext uri="{FF2B5EF4-FFF2-40B4-BE49-F238E27FC236}">
                  <a16:creationId xmlns:a16="http://schemas.microsoft.com/office/drawing/2014/main" id="{64748738-A09C-4DCD-A808-FA8B2353844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793429" y="4568765"/>
              <a:ext cx="864723" cy="864722"/>
            </a:xfrm>
            <a:prstGeom prst="ellipse">
              <a:avLst/>
            </a:prstGeom>
            <a:noFill/>
            <a:ln w="25400" cap="flat" cmpd="sng" algn="ctr">
              <a:solidFill>
                <a:sysClr val="window" lastClr="FFFFFF"/>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prstClr val="white"/>
                </a:solidFill>
                <a:effectLst/>
                <a:uLnTx/>
                <a:uFillTx/>
                <a:latin typeface="Calibri"/>
                <a:ea typeface="+mn-ea"/>
                <a:cs typeface="+mn-cs"/>
              </a:endParaRPr>
            </a:p>
          </p:txBody>
        </p:sp>
      </p:grpSp>
    </p:spTree>
    <p:extLst>
      <p:ext uri="{BB962C8B-B14F-4D97-AF65-F5344CB8AC3E}">
        <p14:creationId xmlns:p14="http://schemas.microsoft.com/office/powerpoint/2010/main" val="94869480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1500"/>
                                  </p:stCondLst>
                                  <p:iterate>
                                    <p:tmPct val="10000"/>
                                  </p:iterate>
                                  <p:childTnLst>
                                    <p:set>
                                      <p:cBhvr>
                                        <p:cTn id="6" dur="1" fill="hold">
                                          <p:stCondLst>
                                            <p:cond delay="0"/>
                                          </p:stCondLst>
                                        </p:cTn>
                                        <p:tgtEl>
                                          <p:spTgt spid="4">
                                            <p:txEl>
                                              <p:pRg st="0" end="0"/>
                                            </p:txEl>
                                          </p:spTgt>
                                        </p:tgtEl>
                                        <p:attrNameLst>
                                          <p:attrName>style.visibility</p:attrName>
                                        </p:attrNameLst>
                                      </p:cBhvr>
                                      <p:to>
                                        <p:strVal val="visible"/>
                                      </p:to>
                                    </p:set>
                                    <p:animEffect transition="in" filter="fade">
                                      <p:cBhvr>
                                        <p:cTn id="7" dur="700"/>
                                        <p:tgtEl>
                                          <p:spTgt spid="4">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build="p"/>
    </p:bldLst>
  </p:timing>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90988B0F-EBB0-DB71-F6F8-3F7EFAF73382}"/>
            </a:ext>
          </a:extLst>
        </p:cNvPr>
        <p:cNvGrpSpPr/>
        <p:nvPr/>
      </p:nvGrpSpPr>
      <p:grpSpPr>
        <a:xfrm>
          <a:off x="0" y="0"/>
          <a:ext cx="0" cy="0"/>
          <a:chOff x="0" y="0"/>
          <a:chExt cx="0" cy="0"/>
        </a:xfrm>
      </p:grpSpPr>
      <p:sp>
        <p:nvSpPr>
          <p:cNvPr id="29" name="Rectangle 28">
            <a:extLst>
              <a:ext uri="{FF2B5EF4-FFF2-40B4-BE49-F238E27FC236}">
                <a16:creationId xmlns:a16="http://schemas.microsoft.com/office/drawing/2014/main" id="{77D26D8D-BB3F-17CE-5E40-D80EF78DFD1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white">
          <a:xfrm>
            <a:off x="0" y="0"/>
            <a:ext cx="12188952" cy="6858001"/>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sp>
        <p:nvSpPr>
          <p:cNvPr id="31" name="Rectangle 30">
            <a:extLst>
              <a:ext uri="{FF2B5EF4-FFF2-40B4-BE49-F238E27FC236}">
                <a16:creationId xmlns:a16="http://schemas.microsoft.com/office/drawing/2014/main" id="{F325C980-CDC2-AE1D-A3D0-4FEA812AE10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4257366"/>
            <a:ext cx="12192000" cy="2610465"/>
          </a:xfrm>
          <a:prstGeom prst="rect">
            <a:avLst/>
          </a:prstGeom>
          <a:blipFill dpi="0" rotWithShape="1">
            <a:blip r:embed="rId3">
              <a:alphaModFix amt="85000"/>
              <a:lum bright="70000" contrast="-70000"/>
              <a:extLst>
                <a:ext uri="{28A0092B-C50C-407E-A947-70E740481C1C}">
                  <a14:useLocalDpi xmlns:a14="http://schemas.microsoft.com/office/drawing/2010/main" val="0"/>
                </a:ext>
              </a:extLst>
            </a:blip>
            <a:srcRect/>
            <a:tile tx="0" ty="-704850" sx="92000" sy="89000" flip="xy" algn="ctr"/>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Subtitle 3">
            <a:extLst>
              <a:ext uri="{FF2B5EF4-FFF2-40B4-BE49-F238E27FC236}">
                <a16:creationId xmlns:a16="http://schemas.microsoft.com/office/drawing/2014/main" id="{03B6543F-26D6-4107-0FBD-FAED06B6E5EF}"/>
              </a:ext>
            </a:extLst>
          </p:cNvPr>
          <p:cNvSpPr>
            <a:spLocks noGrp="1"/>
          </p:cNvSpPr>
          <p:nvPr>
            <p:ph type="subTitle" idx="1"/>
          </p:nvPr>
        </p:nvSpPr>
        <p:spPr>
          <a:xfrm>
            <a:off x="1069848" y="5827916"/>
            <a:ext cx="9052560" cy="444868"/>
          </a:xfrm>
        </p:spPr>
        <p:txBody>
          <a:bodyPr>
            <a:noAutofit/>
          </a:bodyPr>
          <a:lstStyle/>
          <a:p>
            <a:r>
              <a:rPr lang="en-US" sz="3200" dirty="0"/>
              <a:t>Gross Profit % by Estimator</a:t>
            </a:r>
          </a:p>
        </p:txBody>
      </p:sp>
      <p:pic>
        <p:nvPicPr>
          <p:cNvPr id="6" name="Picture 5">
            <a:extLst>
              <a:ext uri="{FF2B5EF4-FFF2-40B4-BE49-F238E27FC236}">
                <a16:creationId xmlns:a16="http://schemas.microsoft.com/office/drawing/2014/main" id="{2E401BB9-9167-5142-7EA0-7D8DC4AE41E5}"/>
              </a:ext>
            </a:extLst>
          </p:cNvPr>
          <p:cNvPicPr>
            <a:picLocks noChangeAspect="1"/>
          </p:cNvPicPr>
          <p:nvPr/>
        </p:nvPicPr>
        <p:blipFill>
          <a:blip r:embed="rId4">
            <a:extLst>
              <a:ext uri="{28A0092B-C50C-407E-A947-70E740481C1C}">
                <a14:useLocalDpi xmlns:a14="http://schemas.microsoft.com/office/drawing/2010/main" val="0"/>
              </a:ext>
            </a:extLst>
          </a:blip>
          <a:srcRect l="-2537" r="-2522" b="-6794"/>
          <a:stretch>
            <a:fillRect/>
          </a:stretch>
        </p:blipFill>
        <p:spPr>
          <a:xfrm>
            <a:off x="635457" y="-9830"/>
            <a:ext cx="10916463" cy="4536109"/>
          </a:xfrm>
          <a:prstGeom prst="rect">
            <a:avLst/>
          </a:prstGeom>
        </p:spPr>
      </p:pic>
      <p:grpSp>
        <p:nvGrpSpPr>
          <p:cNvPr id="33" name="Group 32">
            <a:extLst>
              <a:ext uri="{FF2B5EF4-FFF2-40B4-BE49-F238E27FC236}">
                <a16:creationId xmlns:a16="http://schemas.microsoft.com/office/drawing/2014/main" id="{82312689-D38D-32C6-58EE-0946E5333F45}"/>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10245590" y="5111496"/>
            <a:ext cx="1080904" cy="1080902"/>
            <a:chOff x="9685338" y="4460675"/>
            <a:chExt cx="1080904" cy="1080902"/>
          </a:xfrm>
        </p:grpSpPr>
        <p:sp>
          <p:nvSpPr>
            <p:cNvPr id="34" name="Oval 33">
              <a:extLst>
                <a:ext uri="{FF2B5EF4-FFF2-40B4-BE49-F238E27FC236}">
                  <a16:creationId xmlns:a16="http://schemas.microsoft.com/office/drawing/2014/main" id="{49550B41-C74C-4857-A3AB-4B999976DB7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685338" y="4460675"/>
              <a:ext cx="1080904" cy="1080902"/>
            </a:xfrm>
            <a:prstGeom prst="ellipse">
              <a:avLst/>
            </a:prstGeom>
            <a:blipFill dpi="0" rotWithShape="1">
              <a:blip r:embed="rId5">
                <a:duotone>
                  <a:schemeClr val="accent1">
                    <a:shade val="45000"/>
                    <a:satMod val="135000"/>
                  </a:schemeClr>
                  <a:prstClr val="white"/>
                </a:duotone>
              </a:blip>
              <a:srcRect/>
              <a:tile tx="0" ty="0" sx="85000" sy="85000" flip="none" algn="tl"/>
            </a:blipFill>
            <a:ln w="25400" cap="flat" cmpd="sng" algn="ctr">
              <a:noFill/>
              <a:prstDash val="solid"/>
            </a:ln>
            <a:effectLst/>
          </p:spPr>
          <p:txBody>
            <a:bodyPr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2000" b="0" i="0" u="none" strike="noStrike" kern="0" cap="none" spc="0" normalizeH="0" baseline="0" noProof="0" dirty="0">
                <a:ln>
                  <a:noFill/>
                </a:ln>
                <a:solidFill>
                  <a:prstClr val="white"/>
                </a:solidFill>
                <a:effectLst/>
                <a:uLnTx/>
                <a:uFillTx/>
                <a:latin typeface="Rockwell Extra Bold" pitchFamily="18" charset="0"/>
                <a:ea typeface="+mn-ea"/>
                <a:cs typeface="+mn-cs"/>
              </a:endParaRPr>
            </a:p>
          </p:txBody>
        </p:sp>
        <p:sp>
          <p:nvSpPr>
            <p:cNvPr id="35" name="Oval 34">
              <a:extLst>
                <a:ext uri="{FF2B5EF4-FFF2-40B4-BE49-F238E27FC236}">
                  <a16:creationId xmlns:a16="http://schemas.microsoft.com/office/drawing/2014/main" id="{996C8602-524C-18C4-7ECA-33880249229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793429" y="4568765"/>
              <a:ext cx="864723" cy="864722"/>
            </a:xfrm>
            <a:prstGeom prst="ellipse">
              <a:avLst/>
            </a:prstGeom>
            <a:noFill/>
            <a:ln w="25400" cap="flat" cmpd="sng" algn="ctr">
              <a:solidFill>
                <a:sysClr val="window" lastClr="FFFFFF"/>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prstClr val="white"/>
                </a:solidFill>
                <a:effectLst/>
                <a:uLnTx/>
                <a:uFillTx/>
                <a:latin typeface="Calibri"/>
                <a:ea typeface="+mn-ea"/>
                <a:cs typeface="+mn-cs"/>
              </a:endParaRPr>
            </a:p>
          </p:txBody>
        </p:sp>
      </p:grpSp>
    </p:spTree>
    <p:extLst>
      <p:ext uri="{BB962C8B-B14F-4D97-AF65-F5344CB8AC3E}">
        <p14:creationId xmlns:p14="http://schemas.microsoft.com/office/powerpoint/2010/main" val="181761606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1500"/>
                                  </p:stCondLst>
                                  <p:iterate>
                                    <p:tmPct val="10000"/>
                                  </p:iterate>
                                  <p:childTnLst>
                                    <p:set>
                                      <p:cBhvr>
                                        <p:cTn id="6" dur="1" fill="hold">
                                          <p:stCondLst>
                                            <p:cond delay="0"/>
                                          </p:stCondLst>
                                        </p:cTn>
                                        <p:tgtEl>
                                          <p:spTgt spid="4">
                                            <p:txEl>
                                              <p:pRg st="0" end="0"/>
                                            </p:txEl>
                                          </p:spTgt>
                                        </p:tgtEl>
                                        <p:attrNameLst>
                                          <p:attrName>style.visibility</p:attrName>
                                        </p:attrNameLst>
                                      </p:cBhvr>
                                      <p:to>
                                        <p:strVal val="visible"/>
                                      </p:to>
                                    </p:set>
                                    <p:animEffect transition="in" filter="fade">
                                      <p:cBhvr>
                                        <p:cTn id="7" dur="700"/>
                                        <p:tgtEl>
                                          <p:spTgt spid="4">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build="p"/>
    </p:bldLst>
  </p:timing>
</p:sld>
</file>

<file path=ppt/slides/slide5.xml><?xml version="1.0" encoding="utf-8"?>
<p:sld xmlns:a="http://schemas.openxmlformats.org/drawingml/2006/main" xmlns:r="http://schemas.openxmlformats.org/officeDocument/2006/relationships" xmlns:p="http://schemas.openxmlformats.org/presentationml/2006/main">
  <p:cSld>
    <p:bg>
      <p:bgPr>
        <a:blipFill dpi="0" rotWithShape="1">
          <a:blip r:embed="rId3">
            <a:duotone>
              <a:schemeClr val="bg1">
                <a:tint val="75000"/>
                <a:shade val="58000"/>
                <a:satMod val="120000"/>
              </a:schemeClr>
              <a:schemeClr val="bg1">
                <a:tint val="50000"/>
                <a:shade val="96000"/>
              </a:schemeClr>
            </a:duotone>
            <a:lum/>
          </a:blip>
          <a:srcRect/>
          <a:tile tx="0" ty="0" sx="100000" sy="100000" flip="y" algn="tl"/>
        </a:blipFill>
        <a:effectLst/>
      </p:bgPr>
    </p:bg>
    <p:spTree>
      <p:nvGrpSpPr>
        <p:cNvPr id="1" name="">
          <a:extLst>
            <a:ext uri="{FF2B5EF4-FFF2-40B4-BE49-F238E27FC236}">
              <a16:creationId xmlns:a16="http://schemas.microsoft.com/office/drawing/2014/main" id="{6396C861-67D2-A695-4207-C65F6FFF5F31}"/>
            </a:ext>
          </a:extLst>
        </p:cNvPr>
        <p:cNvGrpSpPr/>
        <p:nvPr/>
      </p:nvGrpSpPr>
      <p:grpSpPr>
        <a:xfrm>
          <a:off x="0" y="0"/>
          <a:ext cx="0" cy="0"/>
          <a:chOff x="0" y="0"/>
          <a:chExt cx="0" cy="0"/>
        </a:xfrm>
      </p:grpSpPr>
      <p:sp useBgFill="1">
        <p:nvSpPr>
          <p:cNvPr id="68" name="Rectangle 67">
            <a:extLst>
              <a:ext uri="{FF2B5EF4-FFF2-40B4-BE49-F238E27FC236}">
                <a16:creationId xmlns:a16="http://schemas.microsoft.com/office/drawing/2014/main" id="{7CDEEB21-12D2-0D19-1CED-E5EC6325063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white">
          <a:xfrm>
            <a:off x="0" y="-1"/>
            <a:ext cx="12188952" cy="6858001"/>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sp>
        <p:nvSpPr>
          <p:cNvPr id="69" name="Rectangle 68">
            <a:extLst>
              <a:ext uri="{FF2B5EF4-FFF2-40B4-BE49-F238E27FC236}">
                <a16:creationId xmlns:a16="http://schemas.microsoft.com/office/drawing/2014/main" id="{45367376-B71E-B9D4-399E-9E7184D8A69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48" y="4225845"/>
            <a:ext cx="12192000" cy="2610465"/>
          </a:xfrm>
          <a:prstGeom prst="rect">
            <a:avLst/>
          </a:prstGeom>
          <a:solidFill>
            <a:schemeClr val="bg2">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7" name="Picture 6">
            <a:extLst>
              <a:ext uri="{FF2B5EF4-FFF2-40B4-BE49-F238E27FC236}">
                <a16:creationId xmlns:a16="http://schemas.microsoft.com/office/drawing/2014/main" id="{4331D284-78EA-0C1D-2AAE-EE8BE547D032}"/>
              </a:ext>
            </a:extLst>
          </p:cNvPr>
          <p:cNvPicPr>
            <a:picLocks noChangeAspect="1"/>
          </p:cNvPicPr>
          <p:nvPr/>
        </p:nvPicPr>
        <p:blipFill>
          <a:blip r:embed="rId4">
            <a:alphaModFix amt="90000"/>
            <a:extLst>
              <a:ext uri="{28A0092B-C50C-407E-A947-70E740481C1C}">
                <a14:useLocalDpi xmlns:a14="http://schemas.microsoft.com/office/drawing/2010/main" val="0"/>
              </a:ext>
            </a:extLst>
          </a:blip>
          <a:srcRect/>
          <a:stretch/>
        </p:blipFill>
        <p:spPr>
          <a:xfrm>
            <a:off x="0" y="937675"/>
            <a:ext cx="12188952" cy="4982646"/>
          </a:xfrm>
          <a:prstGeom prst="rect">
            <a:avLst/>
          </a:prstGeom>
        </p:spPr>
      </p:pic>
    </p:spTree>
    <p:extLst>
      <p:ext uri="{BB962C8B-B14F-4D97-AF65-F5344CB8AC3E}">
        <p14:creationId xmlns:p14="http://schemas.microsoft.com/office/powerpoint/2010/main" val="3076379669"/>
      </p:ext>
    </p:extLst>
  </p:cSld>
  <p:clrMapOvr>
    <a:overrideClrMapping bg1="dk1" tx1="lt1" bg2="dk2" tx2="lt2" accent1="accent1" accent2="accent2" accent3="accent3" accent4="accent4" accent5="accent5" accent6="accent6" hlink="hlink" folHlink="folHlink"/>
  </p:clrMapOvr>
</p:sld>
</file>

<file path=ppt/slides/slide6.xml><?xml version="1.0" encoding="utf-8"?>
<p:sld xmlns:a="http://schemas.openxmlformats.org/drawingml/2006/main" xmlns:r="http://schemas.openxmlformats.org/officeDocument/2006/relationships" xmlns:p="http://schemas.openxmlformats.org/presentationml/2006/main">
  <p:cSld>
    <p:bg>
      <p:bgPr>
        <a:blipFill dpi="0" rotWithShape="1">
          <a:blip r:embed="rId3">
            <a:duotone>
              <a:schemeClr val="bg1">
                <a:tint val="75000"/>
                <a:shade val="58000"/>
                <a:satMod val="120000"/>
              </a:schemeClr>
              <a:schemeClr val="bg1">
                <a:tint val="50000"/>
                <a:shade val="96000"/>
              </a:schemeClr>
            </a:duotone>
            <a:lum/>
          </a:blip>
          <a:srcRect/>
          <a:tile tx="0" ty="0" sx="100000" sy="100000" flip="y" algn="tl"/>
        </a:blipFill>
        <a:effectLst/>
      </p:bgPr>
    </p:bg>
    <p:spTree>
      <p:nvGrpSpPr>
        <p:cNvPr id="1" name="">
          <a:extLst>
            <a:ext uri="{FF2B5EF4-FFF2-40B4-BE49-F238E27FC236}">
              <a16:creationId xmlns:a16="http://schemas.microsoft.com/office/drawing/2014/main" id="{BC13A8A4-48CB-78B6-5E64-9A460E52656E}"/>
            </a:ext>
          </a:extLst>
        </p:cNvPr>
        <p:cNvGrpSpPr/>
        <p:nvPr/>
      </p:nvGrpSpPr>
      <p:grpSpPr>
        <a:xfrm>
          <a:off x="0" y="0"/>
          <a:ext cx="0" cy="0"/>
          <a:chOff x="0" y="0"/>
          <a:chExt cx="0" cy="0"/>
        </a:xfrm>
      </p:grpSpPr>
      <p:sp useBgFill="1">
        <p:nvSpPr>
          <p:cNvPr id="68" name="Rectangle 67">
            <a:extLst>
              <a:ext uri="{FF2B5EF4-FFF2-40B4-BE49-F238E27FC236}">
                <a16:creationId xmlns:a16="http://schemas.microsoft.com/office/drawing/2014/main" id="{0E2D3DCD-4716-40AA-90C0-6F2F9F116CF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white">
          <a:xfrm>
            <a:off x="0" y="-1"/>
            <a:ext cx="12188952" cy="6858001"/>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sp>
        <p:nvSpPr>
          <p:cNvPr id="69" name="Rectangle 68">
            <a:extLst>
              <a:ext uri="{FF2B5EF4-FFF2-40B4-BE49-F238E27FC236}">
                <a16:creationId xmlns:a16="http://schemas.microsoft.com/office/drawing/2014/main" id="{037BACED-9574-4AAE-9D04-5100308350B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48" y="4225845"/>
            <a:ext cx="12192000" cy="2610465"/>
          </a:xfrm>
          <a:prstGeom prst="rect">
            <a:avLst/>
          </a:prstGeom>
          <a:solidFill>
            <a:schemeClr val="bg2">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Subtitle 3">
            <a:extLst>
              <a:ext uri="{FF2B5EF4-FFF2-40B4-BE49-F238E27FC236}">
                <a16:creationId xmlns:a16="http://schemas.microsoft.com/office/drawing/2014/main" id="{C80CD60A-1554-8629-DA62-72DA567519B4}"/>
              </a:ext>
            </a:extLst>
          </p:cNvPr>
          <p:cNvSpPr>
            <a:spLocks noGrp="1"/>
          </p:cNvSpPr>
          <p:nvPr>
            <p:ph type="subTitle" idx="1"/>
          </p:nvPr>
        </p:nvSpPr>
        <p:spPr>
          <a:xfrm>
            <a:off x="663072" y="112426"/>
            <a:ext cx="10865856" cy="1319135"/>
          </a:xfrm>
        </p:spPr>
        <p:txBody>
          <a:bodyPr>
            <a:noAutofit/>
          </a:bodyPr>
          <a:lstStyle/>
          <a:p>
            <a:pPr algn="r"/>
            <a:r>
              <a:rPr lang="en-US" sz="2000" dirty="0">
                <a:solidFill>
                  <a:srgbClr val="FFFFFF"/>
                </a:solidFill>
              </a:rPr>
              <a:t>Estimator x Month Heatmap</a:t>
            </a:r>
          </a:p>
          <a:p>
            <a:pPr algn="r"/>
            <a:r>
              <a:rPr lang="en-US" sz="2000" dirty="0">
                <a:solidFill>
                  <a:srgbClr val="FFFFFF"/>
                </a:solidFill>
              </a:rPr>
              <a:t>Weighted GP%</a:t>
            </a:r>
          </a:p>
          <a:p>
            <a:pPr algn="r"/>
            <a:r>
              <a:rPr lang="en-US" sz="2000" dirty="0">
                <a:solidFill>
                  <a:srgbClr val="FFFFFF"/>
                </a:solidFill>
              </a:rPr>
              <a:t>Average of 2024 &amp; 2025</a:t>
            </a:r>
          </a:p>
        </p:txBody>
      </p:sp>
      <p:pic>
        <p:nvPicPr>
          <p:cNvPr id="3" name="Picture 2">
            <a:extLst>
              <a:ext uri="{FF2B5EF4-FFF2-40B4-BE49-F238E27FC236}">
                <a16:creationId xmlns:a16="http://schemas.microsoft.com/office/drawing/2014/main" id="{00BD5EBF-A1CE-2FC0-3F17-21AC9B3A8D89}"/>
              </a:ext>
            </a:extLst>
          </p:cNvPr>
          <p:cNvPicPr>
            <a:picLocks noChangeAspect="1"/>
          </p:cNvPicPr>
          <p:nvPr/>
        </p:nvPicPr>
        <p:blipFill>
          <a:blip r:embed="rId4">
            <a:alphaModFix amt="90000"/>
            <a:extLst>
              <a:ext uri="{28A0092B-C50C-407E-A947-70E740481C1C}">
                <a14:useLocalDpi xmlns:a14="http://schemas.microsoft.com/office/drawing/2010/main" val="0"/>
              </a:ext>
            </a:extLst>
          </a:blip>
          <a:srcRect t="54" r="-660" b="-4432"/>
          <a:stretch>
            <a:fillRect/>
          </a:stretch>
        </p:blipFill>
        <p:spPr>
          <a:xfrm>
            <a:off x="-3049" y="1561764"/>
            <a:ext cx="12272497" cy="5567456"/>
          </a:xfrm>
          <a:prstGeom prst="rect">
            <a:avLst/>
          </a:prstGeom>
        </p:spPr>
      </p:pic>
    </p:spTree>
    <p:extLst>
      <p:ext uri="{BB962C8B-B14F-4D97-AF65-F5344CB8AC3E}">
        <p14:creationId xmlns:p14="http://schemas.microsoft.com/office/powerpoint/2010/main" val="3346977046"/>
      </p:ext>
    </p:extLst>
  </p:cSld>
  <p:clrMapOvr>
    <a:overrideClrMapping bg1="dk1" tx1="lt1" bg2="dk2" tx2="lt2" accent1="accent1" accent2="accent2" accent3="accent3" accent4="accent4" accent5="accent5" accent6="accent6" hlink="hlink" folHlink="folHlink"/>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1500"/>
                                  </p:stCondLst>
                                  <p:iterate>
                                    <p:tmPct val="10000"/>
                                  </p:iterate>
                                  <p:childTnLst>
                                    <p:set>
                                      <p:cBhvr>
                                        <p:cTn id="6" dur="1" fill="hold">
                                          <p:stCondLst>
                                            <p:cond delay="0"/>
                                          </p:stCondLst>
                                        </p:cTn>
                                        <p:tgtEl>
                                          <p:spTgt spid="4">
                                            <p:txEl>
                                              <p:pRg st="0" end="0"/>
                                            </p:txEl>
                                          </p:spTgt>
                                        </p:tgtEl>
                                        <p:attrNameLst>
                                          <p:attrName>style.visibility</p:attrName>
                                        </p:attrNameLst>
                                      </p:cBhvr>
                                      <p:to>
                                        <p:strVal val="visible"/>
                                      </p:to>
                                    </p:set>
                                    <p:animEffect transition="in" filter="fade">
                                      <p:cBhvr>
                                        <p:cTn id="7" dur="700"/>
                                        <p:tgtEl>
                                          <p:spTgt spid="4">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1500"/>
                                  </p:stCondLst>
                                  <p:iterate>
                                    <p:tmPct val="10000"/>
                                  </p:iterate>
                                  <p:childTnLst>
                                    <p:set>
                                      <p:cBhvr>
                                        <p:cTn id="11" dur="1" fill="hold">
                                          <p:stCondLst>
                                            <p:cond delay="0"/>
                                          </p:stCondLst>
                                        </p:cTn>
                                        <p:tgtEl>
                                          <p:spTgt spid="4">
                                            <p:txEl>
                                              <p:pRg st="1" end="1"/>
                                            </p:txEl>
                                          </p:spTgt>
                                        </p:tgtEl>
                                        <p:attrNameLst>
                                          <p:attrName>style.visibility</p:attrName>
                                        </p:attrNameLst>
                                      </p:cBhvr>
                                      <p:to>
                                        <p:strVal val="visible"/>
                                      </p:to>
                                    </p:set>
                                    <p:animEffect transition="in" filter="fade">
                                      <p:cBhvr>
                                        <p:cTn id="12" dur="700"/>
                                        <p:tgtEl>
                                          <p:spTgt spid="4">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1500"/>
                                  </p:stCondLst>
                                  <p:iterate>
                                    <p:tmPct val="10000"/>
                                  </p:iterate>
                                  <p:childTnLst>
                                    <p:set>
                                      <p:cBhvr>
                                        <p:cTn id="16" dur="1" fill="hold">
                                          <p:stCondLst>
                                            <p:cond delay="0"/>
                                          </p:stCondLst>
                                        </p:cTn>
                                        <p:tgtEl>
                                          <p:spTgt spid="4">
                                            <p:txEl>
                                              <p:pRg st="2" end="2"/>
                                            </p:txEl>
                                          </p:spTgt>
                                        </p:tgtEl>
                                        <p:attrNameLst>
                                          <p:attrName>style.visibility</p:attrName>
                                        </p:attrNameLst>
                                      </p:cBhvr>
                                      <p:to>
                                        <p:strVal val="visible"/>
                                      </p:to>
                                    </p:set>
                                    <p:animEffect transition="in" filter="fade">
                                      <p:cBhvr>
                                        <p:cTn id="17" dur="700"/>
                                        <p:tgtEl>
                                          <p:spTgt spid="4">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build="p"/>
    </p:bldLst>
  </p:timing>
</p:sld>
</file>

<file path=ppt/slides/slide7.xml><?xml version="1.0" encoding="utf-8"?>
<p:sld xmlns:a="http://schemas.openxmlformats.org/drawingml/2006/main" xmlns:r="http://schemas.openxmlformats.org/officeDocument/2006/relationships" xmlns:p="http://schemas.openxmlformats.org/presentationml/2006/main">
  <p:cSld>
    <p:bg>
      <p:bgPr>
        <a:blipFill dpi="0" rotWithShape="1">
          <a:blip r:embed="rId3">
            <a:duotone>
              <a:schemeClr val="bg1">
                <a:tint val="75000"/>
                <a:shade val="58000"/>
                <a:satMod val="120000"/>
              </a:schemeClr>
              <a:schemeClr val="bg1">
                <a:tint val="50000"/>
                <a:shade val="96000"/>
              </a:schemeClr>
            </a:duotone>
            <a:lum/>
          </a:blip>
          <a:srcRect/>
          <a:tile tx="0" ty="0" sx="100000" sy="100000" flip="y" algn="tl"/>
        </a:blipFill>
        <a:effectLst/>
      </p:bgPr>
    </p:bg>
    <p:spTree>
      <p:nvGrpSpPr>
        <p:cNvPr id="1" name="">
          <a:extLst>
            <a:ext uri="{FF2B5EF4-FFF2-40B4-BE49-F238E27FC236}">
              <a16:creationId xmlns:a16="http://schemas.microsoft.com/office/drawing/2014/main" id="{0C92C9EA-DFD2-CBA6-A2C3-550E38B31F12}"/>
            </a:ext>
          </a:extLst>
        </p:cNvPr>
        <p:cNvGrpSpPr/>
        <p:nvPr/>
      </p:nvGrpSpPr>
      <p:grpSpPr>
        <a:xfrm>
          <a:off x="0" y="0"/>
          <a:ext cx="0" cy="0"/>
          <a:chOff x="0" y="0"/>
          <a:chExt cx="0" cy="0"/>
        </a:xfrm>
      </p:grpSpPr>
      <p:sp useBgFill="1">
        <p:nvSpPr>
          <p:cNvPr id="68" name="Rectangle 67">
            <a:extLst>
              <a:ext uri="{FF2B5EF4-FFF2-40B4-BE49-F238E27FC236}">
                <a16:creationId xmlns:a16="http://schemas.microsoft.com/office/drawing/2014/main" id="{7C5B2B6E-A559-0AC4-94CA-6F44BA2112D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white">
          <a:xfrm>
            <a:off x="0" y="-1"/>
            <a:ext cx="12188952" cy="6858001"/>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sp>
        <p:nvSpPr>
          <p:cNvPr id="69" name="Rectangle 68">
            <a:extLst>
              <a:ext uri="{FF2B5EF4-FFF2-40B4-BE49-F238E27FC236}">
                <a16:creationId xmlns:a16="http://schemas.microsoft.com/office/drawing/2014/main" id="{D853E62A-DE12-BE81-D682-67BEFEF82EC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48" y="4225845"/>
            <a:ext cx="12192000" cy="2610465"/>
          </a:xfrm>
          <a:prstGeom prst="rect">
            <a:avLst/>
          </a:prstGeom>
          <a:solidFill>
            <a:schemeClr val="bg2">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7" name="Picture 6">
            <a:extLst>
              <a:ext uri="{FF2B5EF4-FFF2-40B4-BE49-F238E27FC236}">
                <a16:creationId xmlns:a16="http://schemas.microsoft.com/office/drawing/2014/main" id="{16BAEF65-614A-890A-8876-FA3ED7B070C3}"/>
              </a:ext>
            </a:extLst>
          </p:cNvPr>
          <p:cNvPicPr>
            <a:picLocks noChangeAspect="1"/>
          </p:cNvPicPr>
          <p:nvPr/>
        </p:nvPicPr>
        <p:blipFill>
          <a:blip r:embed="rId4">
            <a:alphaModFix amt="90000"/>
            <a:extLst>
              <a:ext uri="{28A0092B-C50C-407E-A947-70E740481C1C}">
                <a14:useLocalDpi xmlns:a14="http://schemas.microsoft.com/office/drawing/2010/main" val="0"/>
              </a:ext>
            </a:extLst>
          </a:blip>
          <a:stretch>
            <a:fillRect/>
          </a:stretch>
        </p:blipFill>
        <p:spPr>
          <a:xfrm>
            <a:off x="0" y="-2"/>
            <a:ext cx="12188952" cy="6858001"/>
          </a:xfrm>
          <a:prstGeom prst="rect">
            <a:avLst/>
          </a:prstGeom>
        </p:spPr>
      </p:pic>
    </p:spTree>
    <p:extLst>
      <p:ext uri="{BB962C8B-B14F-4D97-AF65-F5344CB8AC3E}">
        <p14:creationId xmlns:p14="http://schemas.microsoft.com/office/powerpoint/2010/main" val="2776816191"/>
      </p:ext>
    </p:extLst>
  </p:cSld>
  <p:clrMapOvr>
    <a:overrideClrMapping bg1="dk1" tx1="lt1" bg2="dk2" tx2="lt2" accent1="accent1" accent2="accent2" accent3="accent3" accent4="accent4" accent5="accent5" accent6="accent6" hlink="hlink" folHlink="folHlink"/>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B147C920-449B-C24D-1F96-167276A10CF9}"/>
            </a:ext>
          </a:extLst>
        </p:cNvPr>
        <p:cNvGrpSpPr/>
        <p:nvPr/>
      </p:nvGrpSpPr>
      <p:grpSpPr>
        <a:xfrm>
          <a:off x="0" y="0"/>
          <a:ext cx="0" cy="0"/>
          <a:chOff x="0" y="0"/>
          <a:chExt cx="0" cy="0"/>
        </a:xfrm>
      </p:grpSpPr>
      <p:sp>
        <p:nvSpPr>
          <p:cNvPr id="29" name="Rectangle 28">
            <a:extLst>
              <a:ext uri="{FF2B5EF4-FFF2-40B4-BE49-F238E27FC236}">
                <a16:creationId xmlns:a16="http://schemas.microsoft.com/office/drawing/2014/main" id="{BB9B4B87-6089-E71F-D4A7-C234594334D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white">
          <a:xfrm>
            <a:off x="0" y="0"/>
            <a:ext cx="12188952" cy="6858001"/>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sp>
        <p:nvSpPr>
          <p:cNvPr id="31" name="Rectangle 30">
            <a:extLst>
              <a:ext uri="{FF2B5EF4-FFF2-40B4-BE49-F238E27FC236}">
                <a16:creationId xmlns:a16="http://schemas.microsoft.com/office/drawing/2014/main" id="{0E0055BD-C748-D25F-A04C-01A56312472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4257366"/>
            <a:ext cx="12192000" cy="2610465"/>
          </a:xfrm>
          <a:prstGeom prst="rect">
            <a:avLst/>
          </a:prstGeom>
          <a:blipFill dpi="0" rotWithShape="1">
            <a:blip r:embed="rId3">
              <a:alphaModFix amt="85000"/>
              <a:lum bright="70000" contrast="-70000"/>
              <a:extLst>
                <a:ext uri="{28A0092B-C50C-407E-A947-70E740481C1C}">
                  <a14:useLocalDpi xmlns:a14="http://schemas.microsoft.com/office/drawing/2010/main" val="0"/>
                </a:ext>
              </a:extLst>
            </a:blip>
            <a:srcRect/>
            <a:tile tx="0" ty="-704850" sx="92000" sy="89000" flip="xy" algn="ctr"/>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Subtitle 3">
            <a:extLst>
              <a:ext uri="{FF2B5EF4-FFF2-40B4-BE49-F238E27FC236}">
                <a16:creationId xmlns:a16="http://schemas.microsoft.com/office/drawing/2014/main" id="{9AC9BCCD-8E07-4F74-9BF2-28D514CEB88E}"/>
              </a:ext>
            </a:extLst>
          </p:cNvPr>
          <p:cNvSpPr>
            <a:spLocks noGrp="1"/>
          </p:cNvSpPr>
          <p:nvPr>
            <p:ph type="subTitle" idx="1"/>
          </p:nvPr>
        </p:nvSpPr>
        <p:spPr>
          <a:xfrm>
            <a:off x="1069848" y="5827916"/>
            <a:ext cx="9052560" cy="444868"/>
          </a:xfrm>
        </p:spPr>
        <p:txBody>
          <a:bodyPr>
            <a:noAutofit/>
          </a:bodyPr>
          <a:lstStyle/>
          <a:p>
            <a:r>
              <a:rPr lang="en-US" sz="3200" dirty="0"/>
              <a:t>Total Profit by Crew Leader</a:t>
            </a:r>
          </a:p>
        </p:txBody>
      </p:sp>
      <p:pic>
        <p:nvPicPr>
          <p:cNvPr id="6" name="Picture 5">
            <a:extLst>
              <a:ext uri="{FF2B5EF4-FFF2-40B4-BE49-F238E27FC236}">
                <a16:creationId xmlns:a16="http://schemas.microsoft.com/office/drawing/2014/main" id="{3CC26B79-0E8D-8FB7-A530-C3EF1D71894B}"/>
              </a:ext>
            </a:extLst>
          </p:cNvPr>
          <p:cNvPicPr>
            <a:picLocks noChangeAspect="1"/>
          </p:cNvPicPr>
          <p:nvPr/>
        </p:nvPicPr>
        <p:blipFill>
          <a:blip r:embed="rId4">
            <a:extLst>
              <a:ext uri="{28A0092B-C50C-407E-A947-70E740481C1C}">
                <a14:useLocalDpi xmlns:a14="http://schemas.microsoft.com/office/drawing/2010/main" val="0"/>
              </a:ext>
            </a:extLst>
          </a:blip>
          <a:srcRect l="92" r="-28" b="1812"/>
          <a:stretch>
            <a:fillRect/>
          </a:stretch>
        </p:blipFill>
        <p:spPr>
          <a:xfrm>
            <a:off x="868722" y="0"/>
            <a:ext cx="10451508" cy="4197648"/>
          </a:xfrm>
          <a:prstGeom prst="rect">
            <a:avLst/>
          </a:prstGeom>
        </p:spPr>
      </p:pic>
      <p:grpSp>
        <p:nvGrpSpPr>
          <p:cNvPr id="33" name="Group 32">
            <a:extLst>
              <a:ext uri="{FF2B5EF4-FFF2-40B4-BE49-F238E27FC236}">
                <a16:creationId xmlns:a16="http://schemas.microsoft.com/office/drawing/2014/main" id="{FB3F94DA-E3A0-1F78-3248-93BEB9ACD59B}"/>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10245590" y="5111496"/>
            <a:ext cx="1080904" cy="1080902"/>
            <a:chOff x="9685338" y="4460675"/>
            <a:chExt cx="1080904" cy="1080902"/>
          </a:xfrm>
        </p:grpSpPr>
        <p:sp>
          <p:nvSpPr>
            <p:cNvPr id="34" name="Oval 33">
              <a:extLst>
                <a:ext uri="{FF2B5EF4-FFF2-40B4-BE49-F238E27FC236}">
                  <a16:creationId xmlns:a16="http://schemas.microsoft.com/office/drawing/2014/main" id="{2E36F567-A15A-C04F-EE79-92C89250339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685338" y="4460675"/>
              <a:ext cx="1080904" cy="1080902"/>
            </a:xfrm>
            <a:prstGeom prst="ellipse">
              <a:avLst/>
            </a:prstGeom>
            <a:blipFill dpi="0" rotWithShape="1">
              <a:blip r:embed="rId5">
                <a:duotone>
                  <a:schemeClr val="accent1">
                    <a:shade val="45000"/>
                    <a:satMod val="135000"/>
                  </a:schemeClr>
                  <a:prstClr val="white"/>
                </a:duotone>
              </a:blip>
              <a:srcRect/>
              <a:tile tx="0" ty="0" sx="85000" sy="85000" flip="none" algn="tl"/>
            </a:blipFill>
            <a:ln w="25400" cap="flat" cmpd="sng" algn="ctr">
              <a:noFill/>
              <a:prstDash val="solid"/>
            </a:ln>
            <a:effectLst/>
          </p:spPr>
          <p:txBody>
            <a:bodyPr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2000" b="0" i="0" u="none" strike="noStrike" kern="0" cap="none" spc="0" normalizeH="0" baseline="0" noProof="0" dirty="0">
                <a:ln>
                  <a:noFill/>
                </a:ln>
                <a:solidFill>
                  <a:prstClr val="white"/>
                </a:solidFill>
                <a:effectLst/>
                <a:uLnTx/>
                <a:uFillTx/>
                <a:latin typeface="Rockwell Extra Bold" pitchFamily="18" charset="0"/>
                <a:ea typeface="+mn-ea"/>
                <a:cs typeface="+mn-cs"/>
              </a:endParaRPr>
            </a:p>
          </p:txBody>
        </p:sp>
        <p:sp>
          <p:nvSpPr>
            <p:cNvPr id="35" name="Oval 34">
              <a:extLst>
                <a:ext uri="{FF2B5EF4-FFF2-40B4-BE49-F238E27FC236}">
                  <a16:creationId xmlns:a16="http://schemas.microsoft.com/office/drawing/2014/main" id="{A6CDA576-77F1-1623-07F0-FB06D99B5DA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793429" y="4568765"/>
              <a:ext cx="864723" cy="864722"/>
            </a:xfrm>
            <a:prstGeom prst="ellipse">
              <a:avLst/>
            </a:prstGeom>
            <a:noFill/>
            <a:ln w="25400" cap="flat" cmpd="sng" algn="ctr">
              <a:solidFill>
                <a:sysClr val="window" lastClr="FFFFFF"/>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prstClr val="white"/>
                </a:solidFill>
                <a:effectLst/>
                <a:uLnTx/>
                <a:uFillTx/>
                <a:latin typeface="Calibri"/>
                <a:ea typeface="+mn-ea"/>
                <a:cs typeface="+mn-cs"/>
              </a:endParaRPr>
            </a:p>
          </p:txBody>
        </p:sp>
      </p:grpSp>
    </p:spTree>
    <p:extLst>
      <p:ext uri="{BB962C8B-B14F-4D97-AF65-F5344CB8AC3E}">
        <p14:creationId xmlns:p14="http://schemas.microsoft.com/office/powerpoint/2010/main" val="32218507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1500"/>
                                  </p:stCondLst>
                                  <p:iterate>
                                    <p:tmPct val="10000"/>
                                  </p:iterate>
                                  <p:childTnLst>
                                    <p:set>
                                      <p:cBhvr>
                                        <p:cTn id="6" dur="1" fill="hold">
                                          <p:stCondLst>
                                            <p:cond delay="0"/>
                                          </p:stCondLst>
                                        </p:cTn>
                                        <p:tgtEl>
                                          <p:spTgt spid="4">
                                            <p:txEl>
                                              <p:pRg st="0" end="0"/>
                                            </p:txEl>
                                          </p:spTgt>
                                        </p:tgtEl>
                                        <p:attrNameLst>
                                          <p:attrName>style.visibility</p:attrName>
                                        </p:attrNameLst>
                                      </p:cBhvr>
                                      <p:to>
                                        <p:strVal val="visible"/>
                                      </p:to>
                                    </p:set>
                                    <p:animEffect transition="in" filter="fade">
                                      <p:cBhvr>
                                        <p:cTn id="7" dur="700"/>
                                        <p:tgtEl>
                                          <p:spTgt spid="4">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build="p"/>
    </p:bldLst>
  </p:timing>
</p:sld>
</file>

<file path=ppt/slides/slide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682B20C9-A849-C56E-5425-424CA917860A}"/>
            </a:ext>
          </a:extLst>
        </p:cNvPr>
        <p:cNvGrpSpPr/>
        <p:nvPr/>
      </p:nvGrpSpPr>
      <p:grpSpPr>
        <a:xfrm>
          <a:off x="0" y="0"/>
          <a:ext cx="0" cy="0"/>
          <a:chOff x="0" y="0"/>
          <a:chExt cx="0" cy="0"/>
        </a:xfrm>
      </p:grpSpPr>
      <p:sp>
        <p:nvSpPr>
          <p:cNvPr id="29" name="Rectangle 28">
            <a:extLst>
              <a:ext uri="{FF2B5EF4-FFF2-40B4-BE49-F238E27FC236}">
                <a16:creationId xmlns:a16="http://schemas.microsoft.com/office/drawing/2014/main" id="{4BF6C355-3692-A4F8-E4B6-8C387669D0F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white">
          <a:xfrm>
            <a:off x="0" y="0"/>
            <a:ext cx="12188952" cy="6858001"/>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sp>
        <p:nvSpPr>
          <p:cNvPr id="31" name="Rectangle 30">
            <a:extLst>
              <a:ext uri="{FF2B5EF4-FFF2-40B4-BE49-F238E27FC236}">
                <a16:creationId xmlns:a16="http://schemas.microsoft.com/office/drawing/2014/main" id="{23908EAC-170B-EBA1-2B20-3D480E3AE05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4257366"/>
            <a:ext cx="12192000" cy="2610465"/>
          </a:xfrm>
          <a:prstGeom prst="rect">
            <a:avLst/>
          </a:prstGeom>
          <a:blipFill dpi="0" rotWithShape="1">
            <a:blip r:embed="rId3">
              <a:alphaModFix amt="85000"/>
              <a:lum bright="70000" contrast="-70000"/>
              <a:extLst>
                <a:ext uri="{28A0092B-C50C-407E-A947-70E740481C1C}">
                  <a14:useLocalDpi xmlns:a14="http://schemas.microsoft.com/office/drawing/2010/main" val="0"/>
                </a:ext>
              </a:extLst>
            </a:blip>
            <a:srcRect/>
            <a:tile tx="0" ty="-704850" sx="92000" sy="89000" flip="xy" algn="ctr"/>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Subtitle 3">
            <a:extLst>
              <a:ext uri="{FF2B5EF4-FFF2-40B4-BE49-F238E27FC236}">
                <a16:creationId xmlns:a16="http://schemas.microsoft.com/office/drawing/2014/main" id="{2316FB50-9290-3083-3872-AD1679F538D9}"/>
              </a:ext>
            </a:extLst>
          </p:cNvPr>
          <p:cNvSpPr>
            <a:spLocks noGrp="1"/>
          </p:cNvSpPr>
          <p:nvPr>
            <p:ph type="subTitle" idx="1"/>
          </p:nvPr>
        </p:nvSpPr>
        <p:spPr>
          <a:xfrm>
            <a:off x="1069848" y="5827916"/>
            <a:ext cx="9052560" cy="444868"/>
          </a:xfrm>
        </p:spPr>
        <p:txBody>
          <a:bodyPr>
            <a:noAutofit/>
          </a:bodyPr>
          <a:lstStyle/>
          <a:p>
            <a:r>
              <a:rPr lang="en-US" sz="3200" dirty="0"/>
              <a:t>Gross Profit % by Crew Leader</a:t>
            </a:r>
          </a:p>
        </p:txBody>
      </p:sp>
      <p:pic>
        <p:nvPicPr>
          <p:cNvPr id="6" name="Picture 5">
            <a:extLst>
              <a:ext uri="{FF2B5EF4-FFF2-40B4-BE49-F238E27FC236}">
                <a16:creationId xmlns:a16="http://schemas.microsoft.com/office/drawing/2014/main" id="{79AE2E69-1835-DBD4-DFC5-C9391DD816EA}"/>
              </a:ext>
            </a:extLst>
          </p:cNvPr>
          <p:cNvPicPr>
            <a:picLocks noChangeAspect="1"/>
          </p:cNvPicPr>
          <p:nvPr/>
        </p:nvPicPr>
        <p:blipFill>
          <a:blip r:embed="rId4">
            <a:extLst>
              <a:ext uri="{28A0092B-C50C-407E-A947-70E740481C1C}">
                <a14:useLocalDpi xmlns:a14="http://schemas.microsoft.com/office/drawing/2010/main" val="0"/>
              </a:ext>
            </a:extLst>
          </a:blip>
          <a:srcRect l="180" r="137" b="970"/>
          <a:stretch>
            <a:fillRect/>
          </a:stretch>
        </p:blipFill>
        <p:spPr>
          <a:xfrm>
            <a:off x="864780" y="0"/>
            <a:ext cx="10459391" cy="4247536"/>
          </a:xfrm>
          <a:prstGeom prst="rect">
            <a:avLst/>
          </a:prstGeom>
        </p:spPr>
      </p:pic>
      <p:grpSp>
        <p:nvGrpSpPr>
          <p:cNvPr id="33" name="Group 32">
            <a:extLst>
              <a:ext uri="{FF2B5EF4-FFF2-40B4-BE49-F238E27FC236}">
                <a16:creationId xmlns:a16="http://schemas.microsoft.com/office/drawing/2014/main" id="{8434A2C3-25F7-8099-BF0A-0CE7EADDD5D2}"/>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10245590" y="5111496"/>
            <a:ext cx="1080904" cy="1080902"/>
            <a:chOff x="9685338" y="4460675"/>
            <a:chExt cx="1080904" cy="1080902"/>
          </a:xfrm>
        </p:grpSpPr>
        <p:sp>
          <p:nvSpPr>
            <p:cNvPr id="34" name="Oval 33">
              <a:extLst>
                <a:ext uri="{FF2B5EF4-FFF2-40B4-BE49-F238E27FC236}">
                  <a16:creationId xmlns:a16="http://schemas.microsoft.com/office/drawing/2014/main" id="{8FCDE943-BA5D-62E5-1E8C-384BB2C9B18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685338" y="4460675"/>
              <a:ext cx="1080904" cy="1080902"/>
            </a:xfrm>
            <a:prstGeom prst="ellipse">
              <a:avLst/>
            </a:prstGeom>
            <a:blipFill dpi="0" rotWithShape="1">
              <a:blip r:embed="rId5">
                <a:duotone>
                  <a:schemeClr val="accent1">
                    <a:shade val="45000"/>
                    <a:satMod val="135000"/>
                  </a:schemeClr>
                  <a:prstClr val="white"/>
                </a:duotone>
              </a:blip>
              <a:srcRect/>
              <a:tile tx="0" ty="0" sx="85000" sy="85000" flip="none" algn="tl"/>
            </a:blipFill>
            <a:ln w="25400" cap="flat" cmpd="sng" algn="ctr">
              <a:noFill/>
              <a:prstDash val="solid"/>
            </a:ln>
            <a:effectLst/>
          </p:spPr>
          <p:txBody>
            <a:bodyPr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2000" b="0" i="0" u="none" strike="noStrike" kern="0" cap="none" spc="0" normalizeH="0" baseline="0" noProof="0" dirty="0">
                <a:ln>
                  <a:noFill/>
                </a:ln>
                <a:solidFill>
                  <a:prstClr val="white"/>
                </a:solidFill>
                <a:effectLst/>
                <a:uLnTx/>
                <a:uFillTx/>
                <a:latin typeface="Rockwell Extra Bold" pitchFamily="18" charset="0"/>
                <a:ea typeface="+mn-ea"/>
                <a:cs typeface="+mn-cs"/>
              </a:endParaRPr>
            </a:p>
          </p:txBody>
        </p:sp>
        <p:sp>
          <p:nvSpPr>
            <p:cNvPr id="35" name="Oval 34">
              <a:extLst>
                <a:ext uri="{FF2B5EF4-FFF2-40B4-BE49-F238E27FC236}">
                  <a16:creationId xmlns:a16="http://schemas.microsoft.com/office/drawing/2014/main" id="{25DCCF1F-53EE-A860-A447-225D6F19070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793429" y="4568765"/>
              <a:ext cx="864723" cy="864722"/>
            </a:xfrm>
            <a:prstGeom prst="ellipse">
              <a:avLst/>
            </a:prstGeom>
            <a:noFill/>
            <a:ln w="25400" cap="flat" cmpd="sng" algn="ctr">
              <a:solidFill>
                <a:sysClr val="window" lastClr="FFFFFF"/>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prstClr val="white"/>
                </a:solidFill>
                <a:effectLst/>
                <a:uLnTx/>
                <a:uFillTx/>
                <a:latin typeface="Calibri"/>
                <a:ea typeface="+mn-ea"/>
                <a:cs typeface="+mn-cs"/>
              </a:endParaRPr>
            </a:p>
          </p:txBody>
        </p:sp>
      </p:grpSp>
    </p:spTree>
    <p:extLst>
      <p:ext uri="{BB962C8B-B14F-4D97-AF65-F5344CB8AC3E}">
        <p14:creationId xmlns:p14="http://schemas.microsoft.com/office/powerpoint/2010/main" val="174863608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1500"/>
                                  </p:stCondLst>
                                  <p:iterate>
                                    <p:tmPct val="10000"/>
                                  </p:iterate>
                                  <p:childTnLst>
                                    <p:set>
                                      <p:cBhvr>
                                        <p:cTn id="6" dur="1" fill="hold">
                                          <p:stCondLst>
                                            <p:cond delay="0"/>
                                          </p:stCondLst>
                                        </p:cTn>
                                        <p:tgtEl>
                                          <p:spTgt spid="4">
                                            <p:txEl>
                                              <p:pRg st="0" end="0"/>
                                            </p:txEl>
                                          </p:spTgt>
                                        </p:tgtEl>
                                        <p:attrNameLst>
                                          <p:attrName>style.visibility</p:attrName>
                                        </p:attrNameLst>
                                      </p:cBhvr>
                                      <p:to>
                                        <p:strVal val="visible"/>
                                      </p:to>
                                    </p:set>
                                    <p:animEffect transition="in" filter="fade">
                                      <p:cBhvr>
                                        <p:cTn id="7" dur="700"/>
                                        <p:tgtEl>
                                          <p:spTgt spid="4">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build="p"/>
    </p:bldLst>
  </p:timing>
</p:sld>
</file>

<file path=ppt/slides/slide1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DB02D859-26B8-66B3-24AF-EE156A147E6A}"/>
            </a:ext>
          </a:extLst>
        </p:cNvPr>
        <p:cNvGrpSpPr/>
        <p:nvPr/>
      </p:nvGrpSpPr>
      <p:grpSpPr>
        <a:xfrm>
          <a:off x="0" y="0"/>
          <a:ext cx="0" cy="0"/>
          <a:chOff x="0" y="0"/>
          <a:chExt cx="0" cy="0"/>
        </a:xfrm>
      </p:grpSpPr>
      <p:sp useBgFill="1">
        <p:nvSpPr>
          <p:cNvPr id="14" name="Rectangle 13">
            <a:extLst>
              <a:ext uri="{FF2B5EF4-FFF2-40B4-BE49-F238E27FC236}">
                <a16:creationId xmlns:a16="http://schemas.microsoft.com/office/drawing/2014/main" id="{5AE8B3DD-CB6C-DC40-9E16-72891A069C9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white">
          <a:xfrm>
            <a:off x="0" y="0"/>
            <a:ext cx="12188952" cy="6858001"/>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sp>
        <p:nvSpPr>
          <p:cNvPr id="16" name="Rectangle 15">
            <a:extLst>
              <a:ext uri="{FF2B5EF4-FFF2-40B4-BE49-F238E27FC236}">
                <a16:creationId xmlns:a16="http://schemas.microsoft.com/office/drawing/2014/main" id="{1DB1DD67-0983-0C68-61BB-C26B919D310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920834" y="928117"/>
            <a:ext cx="10351008" cy="80683"/>
          </a:xfrm>
          <a:prstGeom prst="rect">
            <a:avLst/>
          </a:prstGeom>
          <a:blipFill dpi="0" rotWithShape="1">
            <a:blip r:embed="rId3">
              <a:alphaModFix amt="85000"/>
              <a:lum bright="70000" contrast="-70000"/>
              <a:extLst>
                <a:ext uri="{BEBA8EAE-BF5A-486C-A8C5-ECC9F3942E4B}">
                  <a14:imgProps xmlns:a14="http://schemas.microsoft.com/office/drawing/2010/main">
                    <a14:imgLayer r:embed="rId4">
                      <a14:imgEffect>
                        <a14:sharpenSoften amount="61000"/>
                      </a14:imgEffect>
                    </a14:imgLayer>
                  </a14:imgProps>
                </a:ext>
                <a:ext uri="{28A0092B-C50C-407E-A947-70E740481C1C}">
                  <a14:useLocalDpi xmlns:a14="http://schemas.microsoft.com/office/drawing/2010/main" val="0"/>
                </a:ext>
              </a:extLst>
            </a:blip>
            <a:srcRect/>
            <a:tile tx="0" ty="-762000" sx="92000" sy="89000" flip="xy" algn="ctr"/>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Rectangle 17">
            <a:extLst>
              <a:ext uri="{FF2B5EF4-FFF2-40B4-BE49-F238E27FC236}">
                <a16:creationId xmlns:a16="http://schemas.microsoft.com/office/drawing/2014/main" id="{45A0A530-DCF7-1C55-18E3-13B9ABC77E7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920833" y="1110053"/>
            <a:ext cx="6631431" cy="4580301"/>
          </a:xfrm>
          <a:prstGeom prst="rect">
            <a:avLst/>
          </a:prstGeom>
          <a:blipFill dpi="0" rotWithShape="1">
            <a:blip r:embed="rId3">
              <a:alphaModFix amt="85000"/>
              <a:lum bright="70000" contrast="-70000"/>
              <a:extLst>
                <a:ext uri="{BEBA8EAE-BF5A-486C-A8C5-ECC9F3942E4B}">
                  <a14:imgProps xmlns:a14="http://schemas.microsoft.com/office/drawing/2010/main">
                    <a14:imgLayer r:embed="rId4">
                      <a14:imgEffect>
                        <a14:sharpenSoften amount="61000"/>
                      </a14:imgEffect>
                    </a14:imgLayer>
                  </a14:imgProps>
                </a:ext>
                <a:ext uri="{28A0092B-C50C-407E-A947-70E740481C1C}">
                  <a14:useLocalDpi xmlns:a14="http://schemas.microsoft.com/office/drawing/2010/main" val="0"/>
                </a:ext>
              </a:extLst>
            </a:blip>
            <a:srcRect/>
            <a:tile tx="0" ty="-704850" sx="92000" sy="89000" flip="xy" algn="ctr"/>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Rectangle 19">
            <a:extLst>
              <a:ext uri="{FF2B5EF4-FFF2-40B4-BE49-F238E27FC236}">
                <a16:creationId xmlns:a16="http://schemas.microsoft.com/office/drawing/2014/main" id="{05309DBA-985E-3EA9-76F6-51B7812DCDC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920834" y="5780565"/>
            <a:ext cx="10351008" cy="80683"/>
          </a:xfrm>
          <a:prstGeom prst="rect">
            <a:avLst/>
          </a:prstGeom>
          <a:blipFill dpi="0" rotWithShape="1">
            <a:blip r:embed="rId3">
              <a:alphaModFix amt="85000"/>
              <a:lum bright="70000" contrast="-70000"/>
              <a:extLst>
                <a:ext uri="{BEBA8EAE-BF5A-486C-A8C5-ECC9F3942E4B}">
                  <a14:imgProps xmlns:a14="http://schemas.microsoft.com/office/drawing/2010/main">
                    <a14:imgLayer r:embed="rId4">
                      <a14:imgEffect>
                        <a14:sharpenSoften amount="61000"/>
                      </a14:imgEffect>
                    </a14:imgLayer>
                  </a14:imgProps>
                </a:ext>
                <a:ext uri="{28A0092B-C50C-407E-A947-70E740481C1C}">
                  <a14:useLocalDpi xmlns:a14="http://schemas.microsoft.com/office/drawing/2010/main" val="0"/>
                </a:ext>
              </a:extLst>
            </a:blip>
            <a:srcRect/>
            <a:tile tx="0" ty="-717550" sx="92000" sy="89000" flip="xy" algn="ctr"/>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22" name="Group 21">
            <a:extLst>
              <a:ext uri="{FF2B5EF4-FFF2-40B4-BE49-F238E27FC236}">
                <a16:creationId xmlns:a16="http://schemas.microsoft.com/office/drawing/2014/main" id="{DD499C15-FED0-1F0E-E611-E501D5FBAE2A}"/>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9646920" y="5257800"/>
            <a:ext cx="1080904" cy="1080902"/>
            <a:chOff x="9685338" y="4460675"/>
            <a:chExt cx="1080904" cy="1080902"/>
          </a:xfrm>
        </p:grpSpPr>
        <p:sp>
          <p:nvSpPr>
            <p:cNvPr id="23" name="Oval 22">
              <a:extLst>
                <a:ext uri="{FF2B5EF4-FFF2-40B4-BE49-F238E27FC236}">
                  <a16:creationId xmlns:a16="http://schemas.microsoft.com/office/drawing/2014/main" id="{4F40827E-1906-EA5A-F863-9B6AEC80C84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685338" y="4460675"/>
              <a:ext cx="1080904" cy="1080902"/>
            </a:xfrm>
            <a:prstGeom prst="ellipse">
              <a:avLst/>
            </a:prstGeom>
            <a:blipFill dpi="0" rotWithShape="1">
              <a:blip r:embed="rId5">
                <a:duotone>
                  <a:schemeClr val="accent1">
                    <a:shade val="45000"/>
                    <a:satMod val="135000"/>
                  </a:schemeClr>
                  <a:prstClr val="white"/>
                </a:duotone>
              </a:blip>
              <a:srcRect/>
              <a:tile tx="0" ty="0" sx="85000" sy="85000" flip="none" algn="tl"/>
            </a:blipFill>
            <a:ln w="25400" cap="flat" cmpd="sng" algn="ctr">
              <a:noFill/>
              <a:prstDash val="solid"/>
            </a:ln>
            <a:effectLst/>
          </p:spPr>
          <p:txBody>
            <a:bodyPr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2000" b="0" i="0" u="none" strike="noStrike" kern="0" cap="none" spc="0" normalizeH="0" baseline="0" noProof="0" dirty="0">
                <a:ln>
                  <a:noFill/>
                </a:ln>
                <a:solidFill>
                  <a:prstClr val="white"/>
                </a:solidFill>
                <a:effectLst/>
                <a:uLnTx/>
                <a:uFillTx/>
                <a:latin typeface="Rockwell Extra Bold" pitchFamily="18" charset="0"/>
                <a:ea typeface="+mn-ea"/>
                <a:cs typeface="+mn-cs"/>
              </a:endParaRPr>
            </a:p>
          </p:txBody>
        </p:sp>
        <p:sp>
          <p:nvSpPr>
            <p:cNvPr id="24" name="Oval 23">
              <a:extLst>
                <a:ext uri="{FF2B5EF4-FFF2-40B4-BE49-F238E27FC236}">
                  <a16:creationId xmlns:a16="http://schemas.microsoft.com/office/drawing/2014/main" id="{F136D75F-783A-BC46-66D8-35E0FA50907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793429" y="4568765"/>
              <a:ext cx="864723" cy="864722"/>
            </a:xfrm>
            <a:prstGeom prst="ellipse">
              <a:avLst/>
            </a:prstGeom>
            <a:noFill/>
            <a:ln w="25400" cap="flat" cmpd="sng" algn="ctr">
              <a:solidFill>
                <a:sysClr val="window" lastClr="FFFFFF"/>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prstClr val="white"/>
                </a:solidFill>
                <a:effectLst/>
                <a:uLnTx/>
                <a:uFillTx/>
                <a:latin typeface="Calibri"/>
                <a:ea typeface="+mn-ea"/>
                <a:cs typeface="+mn-cs"/>
              </a:endParaRPr>
            </a:p>
          </p:txBody>
        </p:sp>
      </p:grpSp>
      <p:sp>
        <p:nvSpPr>
          <p:cNvPr id="4" name="Subtitle 3">
            <a:extLst>
              <a:ext uri="{FF2B5EF4-FFF2-40B4-BE49-F238E27FC236}">
                <a16:creationId xmlns:a16="http://schemas.microsoft.com/office/drawing/2014/main" id="{CD7A9A4F-9AE6-BE35-45FC-0313331B08D5}"/>
              </a:ext>
            </a:extLst>
          </p:cNvPr>
          <p:cNvSpPr>
            <a:spLocks noGrp="1"/>
          </p:cNvSpPr>
          <p:nvPr>
            <p:ph type="subTitle" idx="1"/>
          </p:nvPr>
        </p:nvSpPr>
        <p:spPr>
          <a:xfrm>
            <a:off x="7814777" y="2473936"/>
            <a:ext cx="3344836" cy="1841492"/>
          </a:xfrm>
        </p:spPr>
        <p:txBody>
          <a:bodyPr anchor="ctr">
            <a:normAutofit/>
          </a:bodyPr>
          <a:lstStyle/>
          <a:p>
            <a:pPr algn="ctr"/>
            <a:r>
              <a:rPr lang="en-US" sz="4000" dirty="0">
                <a:solidFill>
                  <a:srgbClr val="666666"/>
                </a:solidFill>
              </a:rPr>
              <a:t>Total Profit by Division</a:t>
            </a:r>
          </a:p>
        </p:txBody>
      </p:sp>
      <p:pic>
        <p:nvPicPr>
          <p:cNvPr id="6" name="Picture 5">
            <a:extLst>
              <a:ext uri="{FF2B5EF4-FFF2-40B4-BE49-F238E27FC236}">
                <a16:creationId xmlns:a16="http://schemas.microsoft.com/office/drawing/2014/main" id="{A1D37F28-2577-1C79-6EB3-FB9FCD41C204}"/>
              </a:ext>
            </a:extLst>
          </p:cNvPr>
          <p:cNvPicPr>
            <a:picLocks noChangeAspect="1"/>
          </p:cNvPicPr>
          <p:nvPr/>
        </p:nvPicPr>
        <p:blipFill>
          <a:blip r:embed="rId6">
            <a:alphaModFix amt="85000"/>
            <a:extLst>
              <a:ext uri="{28A0092B-C50C-407E-A947-70E740481C1C}">
                <a14:useLocalDpi xmlns:a14="http://schemas.microsoft.com/office/drawing/2010/main" val="0"/>
              </a:ext>
            </a:extLst>
          </a:blip>
          <a:srcRect/>
          <a:stretch/>
        </p:blipFill>
        <p:spPr>
          <a:xfrm>
            <a:off x="920833" y="1347735"/>
            <a:ext cx="6631431" cy="4093895"/>
          </a:xfrm>
          <a:prstGeom prst="rect">
            <a:avLst/>
          </a:prstGeom>
        </p:spPr>
      </p:pic>
    </p:spTree>
    <p:extLst>
      <p:ext uri="{BB962C8B-B14F-4D97-AF65-F5344CB8AC3E}">
        <p14:creationId xmlns:p14="http://schemas.microsoft.com/office/powerpoint/2010/main" val="65022093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58EDD307-40F2-15B6-EE3D-20173278A13B}"/>
            </a:ext>
          </a:extLst>
        </p:cNvPr>
        <p:cNvGrpSpPr/>
        <p:nvPr/>
      </p:nvGrpSpPr>
      <p:grpSpPr>
        <a:xfrm>
          <a:off x="0" y="0"/>
          <a:ext cx="0" cy="0"/>
          <a:chOff x="0" y="0"/>
          <a:chExt cx="0" cy="0"/>
        </a:xfrm>
      </p:grpSpPr>
      <p:sp useBgFill="1">
        <p:nvSpPr>
          <p:cNvPr id="14" name="Rectangle 13">
            <a:extLst>
              <a:ext uri="{FF2B5EF4-FFF2-40B4-BE49-F238E27FC236}">
                <a16:creationId xmlns:a16="http://schemas.microsoft.com/office/drawing/2014/main" id="{13A717F3-4A10-C52D-CE65-525EBFBC3D8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white">
          <a:xfrm>
            <a:off x="0" y="0"/>
            <a:ext cx="12188952" cy="6858001"/>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sp>
        <p:nvSpPr>
          <p:cNvPr id="16" name="Rectangle 15">
            <a:extLst>
              <a:ext uri="{FF2B5EF4-FFF2-40B4-BE49-F238E27FC236}">
                <a16:creationId xmlns:a16="http://schemas.microsoft.com/office/drawing/2014/main" id="{80389014-DC4A-C3F2-00CD-E430362BC76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920834" y="928117"/>
            <a:ext cx="10351008" cy="80683"/>
          </a:xfrm>
          <a:prstGeom prst="rect">
            <a:avLst/>
          </a:prstGeom>
          <a:blipFill dpi="0" rotWithShape="1">
            <a:blip r:embed="rId3">
              <a:alphaModFix amt="85000"/>
              <a:lum bright="70000" contrast="-70000"/>
              <a:extLst>
                <a:ext uri="{BEBA8EAE-BF5A-486C-A8C5-ECC9F3942E4B}">
                  <a14:imgProps xmlns:a14="http://schemas.microsoft.com/office/drawing/2010/main">
                    <a14:imgLayer r:embed="rId4">
                      <a14:imgEffect>
                        <a14:sharpenSoften amount="61000"/>
                      </a14:imgEffect>
                    </a14:imgLayer>
                  </a14:imgProps>
                </a:ext>
                <a:ext uri="{28A0092B-C50C-407E-A947-70E740481C1C}">
                  <a14:useLocalDpi xmlns:a14="http://schemas.microsoft.com/office/drawing/2010/main" val="0"/>
                </a:ext>
              </a:extLst>
            </a:blip>
            <a:srcRect/>
            <a:tile tx="0" ty="-762000" sx="92000" sy="89000" flip="xy" algn="ctr"/>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Rectangle 17">
            <a:extLst>
              <a:ext uri="{FF2B5EF4-FFF2-40B4-BE49-F238E27FC236}">
                <a16:creationId xmlns:a16="http://schemas.microsoft.com/office/drawing/2014/main" id="{1EFB0C2C-D178-94F9-39CA-B89E9407DEA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920833" y="1110053"/>
            <a:ext cx="6631431" cy="4580301"/>
          </a:xfrm>
          <a:prstGeom prst="rect">
            <a:avLst/>
          </a:prstGeom>
          <a:blipFill dpi="0" rotWithShape="1">
            <a:blip r:embed="rId3">
              <a:alphaModFix amt="85000"/>
              <a:lum bright="70000" contrast="-70000"/>
              <a:extLst>
                <a:ext uri="{BEBA8EAE-BF5A-486C-A8C5-ECC9F3942E4B}">
                  <a14:imgProps xmlns:a14="http://schemas.microsoft.com/office/drawing/2010/main">
                    <a14:imgLayer r:embed="rId4">
                      <a14:imgEffect>
                        <a14:sharpenSoften amount="61000"/>
                      </a14:imgEffect>
                    </a14:imgLayer>
                  </a14:imgProps>
                </a:ext>
                <a:ext uri="{28A0092B-C50C-407E-A947-70E740481C1C}">
                  <a14:useLocalDpi xmlns:a14="http://schemas.microsoft.com/office/drawing/2010/main" val="0"/>
                </a:ext>
              </a:extLst>
            </a:blip>
            <a:srcRect/>
            <a:tile tx="0" ty="-704850" sx="92000" sy="89000" flip="xy" algn="ctr"/>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Rectangle 19">
            <a:extLst>
              <a:ext uri="{FF2B5EF4-FFF2-40B4-BE49-F238E27FC236}">
                <a16:creationId xmlns:a16="http://schemas.microsoft.com/office/drawing/2014/main" id="{A73023FB-366D-E40A-00B9-A26DD77CE5D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920834" y="5780565"/>
            <a:ext cx="10351008" cy="80683"/>
          </a:xfrm>
          <a:prstGeom prst="rect">
            <a:avLst/>
          </a:prstGeom>
          <a:blipFill dpi="0" rotWithShape="1">
            <a:blip r:embed="rId3">
              <a:alphaModFix amt="85000"/>
              <a:lum bright="70000" contrast="-70000"/>
              <a:extLst>
                <a:ext uri="{BEBA8EAE-BF5A-486C-A8C5-ECC9F3942E4B}">
                  <a14:imgProps xmlns:a14="http://schemas.microsoft.com/office/drawing/2010/main">
                    <a14:imgLayer r:embed="rId4">
                      <a14:imgEffect>
                        <a14:sharpenSoften amount="61000"/>
                      </a14:imgEffect>
                    </a14:imgLayer>
                  </a14:imgProps>
                </a:ext>
                <a:ext uri="{28A0092B-C50C-407E-A947-70E740481C1C}">
                  <a14:useLocalDpi xmlns:a14="http://schemas.microsoft.com/office/drawing/2010/main" val="0"/>
                </a:ext>
              </a:extLst>
            </a:blip>
            <a:srcRect/>
            <a:tile tx="0" ty="-717550" sx="92000" sy="89000" flip="xy" algn="ctr"/>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22" name="Group 21">
            <a:extLst>
              <a:ext uri="{FF2B5EF4-FFF2-40B4-BE49-F238E27FC236}">
                <a16:creationId xmlns:a16="http://schemas.microsoft.com/office/drawing/2014/main" id="{93C3A23F-C98F-3503-4128-0D622314F82E}"/>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9646920" y="5257800"/>
            <a:ext cx="1080904" cy="1080902"/>
            <a:chOff x="9685338" y="4460675"/>
            <a:chExt cx="1080904" cy="1080902"/>
          </a:xfrm>
        </p:grpSpPr>
        <p:sp>
          <p:nvSpPr>
            <p:cNvPr id="23" name="Oval 22">
              <a:extLst>
                <a:ext uri="{FF2B5EF4-FFF2-40B4-BE49-F238E27FC236}">
                  <a16:creationId xmlns:a16="http://schemas.microsoft.com/office/drawing/2014/main" id="{A145E082-CD20-7D1E-E1FB-2B1B3CFB8A4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685338" y="4460675"/>
              <a:ext cx="1080904" cy="1080902"/>
            </a:xfrm>
            <a:prstGeom prst="ellipse">
              <a:avLst/>
            </a:prstGeom>
            <a:blipFill dpi="0" rotWithShape="1">
              <a:blip r:embed="rId5">
                <a:duotone>
                  <a:schemeClr val="accent1">
                    <a:shade val="45000"/>
                    <a:satMod val="135000"/>
                  </a:schemeClr>
                  <a:prstClr val="white"/>
                </a:duotone>
              </a:blip>
              <a:srcRect/>
              <a:tile tx="0" ty="0" sx="85000" sy="85000" flip="none" algn="tl"/>
            </a:blipFill>
            <a:ln w="25400" cap="flat" cmpd="sng" algn="ctr">
              <a:noFill/>
              <a:prstDash val="solid"/>
            </a:ln>
            <a:effectLst/>
          </p:spPr>
          <p:txBody>
            <a:bodyPr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2000" b="0" i="0" u="none" strike="noStrike" kern="0" cap="none" spc="0" normalizeH="0" baseline="0" noProof="0" dirty="0">
                <a:ln>
                  <a:noFill/>
                </a:ln>
                <a:solidFill>
                  <a:prstClr val="white"/>
                </a:solidFill>
                <a:effectLst/>
                <a:uLnTx/>
                <a:uFillTx/>
                <a:latin typeface="Rockwell Extra Bold" pitchFamily="18" charset="0"/>
                <a:ea typeface="+mn-ea"/>
                <a:cs typeface="+mn-cs"/>
              </a:endParaRPr>
            </a:p>
          </p:txBody>
        </p:sp>
        <p:sp>
          <p:nvSpPr>
            <p:cNvPr id="24" name="Oval 23">
              <a:extLst>
                <a:ext uri="{FF2B5EF4-FFF2-40B4-BE49-F238E27FC236}">
                  <a16:creationId xmlns:a16="http://schemas.microsoft.com/office/drawing/2014/main" id="{9F62D626-F4E3-282E-4278-6E6F9788169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793429" y="4568765"/>
              <a:ext cx="864723" cy="864722"/>
            </a:xfrm>
            <a:prstGeom prst="ellipse">
              <a:avLst/>
            </a:prstGeom>
            <a:noFill/>
            <a:ln w="25400" cap="flat" cmpd="sng" algn="ctr">
              <a:solidFill>
                <a:sysClr val="window" lastClr="FFFFFF"/>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prstClr val="white"/>
                </a:solidFill>
                <a:effectLst/>
                <a:uLnTx/>
                <a:uFillTx/>
                <a:latin typeface="Calibri"/>
                <a:ea typeface="+mn-ea"/>
                <a:cs typeface="+mn-cs"/>
              </a:endParaRPr>
            </a:p>
          </p:txBody>
        </p:sp>
      </p:grpSp>
      <p:sp>
        <p:nvSpPr>
          <p:cNvPr id="4" name="Subtitle 3">
            <a:extLst>
              <a:ext uri="{FF2B5EF4-FFF2-40B4-BE49-F238E27FC236}">
                <a16:creationId xmlns:a16="http://schemas.microsoft.com/office/drawing/2014/main" id="{9FD15E69-9BBD-58C7-AB97-0FAD780C842D}"/>
              </a:ext>
            </a:extLst>
          </p:cNvPr>
          <p:cNvSpPr>
            <a:spLocks noGrp="1"/>
          </p:cNvSpPr>
          <p:nvPr>
            <p:ph type="subTitle" idx="1"/>
          </p:nvPr>
        </p:nvSpPr>
        <p:spPr>
          <a:xfrm>
            <a:off x="7814777" y="2473936"/>
            <a:ext cx="3344836" cy="1841492"/>
          </a:xfrm>
        </p:spPr>
        <p:txBody>
          <a:bodyPr anchor="ctr">
            <a:normAutofit/>
          </a:bodyPr>
          <a:lstStyle/>
          <a:p>
            <a:pPr algn="ctr"/>
            <a:r>
              <a:rPr lang="en-US" sz="4000" dirty="0">
                <a:solidFill>
                  <a:srgbClr val="666666"/>
                </a:solidFill>
              </a:rPr>
              <a:t>Gross Profit % by Division</a:t>
            </a:r>
          </a:p>
        </p:txBody>
      </p:sp>
      <p:pic>
        <p:nvPicPr>
          <p:cNvPr id="6" name="Picture 5">
            <a:extLst>
              <a:ext uri="{FF2B5EF4-FFF2-40B4-BE49-F238E27FC236}">
                <a16:creationId xmlns:a16="http://schemas.microsoft.com/office/drawing/2014/main" id="{193E585B-A43D-26DA-78FD-49419E19886F}"/>
              </a:ext>
            </a:extLst>
          </p:cNvPr>
          <p:cNvPicPr>
            <a:picLocks noChangeAspect="1"/>
          </p:cNvPicPr>
          <p:nvPr/>
        </p:nvPicPr>
        <p:blipFill>
          <a:blip r:embed="rId6">
            <a:alphaModFix amt="85000"/>
            <a:extLst>
              <a:ext uri="{28A0092B-C50C-407E-A947-70E740481C1C}">
                <a14:useLocalDpi xmlns:a14="http://schemas.microsoft.com/office/drawing/2010/main" val="0"/>
              </a:ext>
            </a:extLst>
          </a:blip>
          <a:srcRect/>
          <a:stretch/>
        </p:blipFill>
        <p:spPr>
          <a:xfrm>
            <a:off x="899739" y="1341223"/>
            <a:ext cx="6652525" cy="4106916"/>
          </a:xfrm>
          <a:prstGeom prst="rect">
            <a:avLst/>
          </a:prstGeom>
        </p:spPr>
      </p:pic>
    </p:spTree>
    <p:extLst>
      <p:ext uri="{BB962C8B-B14F-4D97-AF65-F5344CB8AC3E}">
        <p14:creationId xmlns:p14="http://schemas.microsoft.com/office/powerpoint/2010/main" val="2733812266"/>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BDCA5246-EC84-AE02-F0BF-9FB57E94F31F}"/>
            </a:ext>
          </a:extLst>
        </p:cNvPr>
        <p:cNvGrpSpPr/>
        <p:nvPr/>
      </p:nvGrpSpPr>
      <p:grpSpPr>
        <a:xfrm>
          <a:off x="0" y="0"/>
          <a:ext cx="0" cy="0"/>
          <a:chOff x="0" y="0"/>
          <a:chExt cx="0" cy="0"/>
        </a:xfrm>
      </p:grpSpPr>
      <p:sp>
        <p:nvSpPr>
          <p:cNvPr id="3" name="Subtitle 2">
            <a:extLst>
              <a:ext uri="{FF2B5EF4-FFF2-40B4-BE49-F238E27FC236}">
                <a16:creationId xmlns:a16="http://schemas.microsoft.com/office/drawing/2014/main" id="{BC830B0D-2590-E699-8FA0-51C244DB81DC}"/>
              </a:ext>
            </a:extLst>
          </p:cNvPr>
          <p:cNvSpPr>
            <a:spLocks noGrp="1"/>
          </p:cNvSpPr>
          <p:nvPr>
            <p:ph type="subTitle" idx="1"/>
          </p:nvPr>
        </p:nvSpPr>
        <p:spPr>
          <a:xfrm>
            <a:off x="578860" y="5407129"/>
            <a:ext cx="7248719" cy="734384"/>
          </a:xfrm>
        </p:spPr>
        <p:txBody>
          <a:bodyPr>
            <a:noAutofit/>
          </a:bodyPr>
          <a:lstStyle/>
          <a:p>
            <a:pPr algn="l"/>
            <a:r>
              <a:rPr lang="en-US" sz="4800" dirty="0">
                <a:solidFill>
                  <a:srgbClr val="666666"/>
                </a:solidFill>
              </a:rPr>
              <a:t>How do we look ahead?</a:t>
            </a:r>
          </a:p>
        </p:txBody>
      </p:sp>
      <p:pic>
        <p:nvPicPr>
          <p:cNvPr id="9" name="Picture 8">
            <a:extLst>
              <a:ext uri="{FF2B5EF4-FFF2-40B4-BE49-F238E27FC236}">
                <a16:creationId xmlns:a16="http://schemas.microsoft.com/office/drawing/2014/main" id="{3347BECB-91E2-7201-523C-246148F5EE0C}"/>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9277412" y="546095"/>
            <a:ext cx="2457495" cy="1744821"/>
          </a:xfrm>
          <a:prstGeom prst="rect">
            <a:avLst/>
          </a:prstGeom>
        </p:spPr>
      </p:pic>
      <p:sp>
        <p:nvSpPr>
          <p:cNvPr id="6" name="TextBox 5">
            <a:extLst>
              <a:ext uri="{FF2B5EF4-FFF2-40B4-BE49-F238E27FC236}">
                <a16:creationId xmlns:a16="http://schemas.microsoft.com/office/drawing/2014/main" id="{95FB1F49-E864-BAB7-80C2-0030D7E8E6FD}"/>
              </a:ext>
            </a:extLst>
          </p:cNvPr>
          <p:cNvSpPr txBox="1"/>
          <p:nvPr/>
        </p:nvSpPr>
        <p:spPr>
          <a:xfrm>
            <a:off x="1109802" y="1652593"/>
            <a:ext cx="6353666" cy="2308324"/>
          </a:xfrm>
          <a:prstGeom prst="rect">
            <a:avLst/>
          </a:prstGeom>
          <a:noFill/>
        </p:spPr>
        <p:txBody>
          <a:bodyPr wrap="square" rtlCol="0" anchor="ctr">
            <a:spAutoFit/>
          </a:bodyPr>
          <a:lstStyle/>
          <a:p>
            <a:pPr marL="285750" indent="-285750">
              <a:buFont typeface="Arial" panose="020B0604020202020204" pitchFamily="34" charset="0"/>
              <a:buChar char="•"/>
            </a:pPr>
            <a:r>
              <a:rPr lang="en-US" sz="2400" dirty="0">
                <a:solidFill>
                  <a:schemeClr val="accent2"/>
                </a:solidFill>
              </a:rPr>
              <a:t>Estimator</a:t>
            </a:r>
          </a:p>
          <a:p>
            <a:pPr marL="285750" indent="-285750">
              <a:buFont typeface="Arial" panose="020B0604020202020204" pitchFamily="34" charset="0"/>
              <a:buChar char="•"/>
            </a:pPr>
            <a:r>
              <a:rPr lang="en-US" sz="2400" dirty="0">
                <a:solidFill>
                  <a:schemeClr val="accent2"/>
                </a:solidFill>
              </a:rPr>
              <a:t>Crew Leader</a:t>
            </a:r>
          </a:p>
          <a:p>
            <a:pPr marL="285750" indent="-285750">
              <a:buFont typeface="Arial" panose="020B0604020202020204" pitchFamily="34" charset="0"/>
              <a:buChar char="•"/>
            </a:pPr>
            <a:r>
              <a:rPr lang="en-US" sz="2400" dirty="0">
                <a:solidFill>
                  <a:schemeClr val="accent2"/>
                </a:solidFill>
              </a:rPr>
              <a:t>Customer Zip Code</a:t>
            </a:r>
          </a:p>
          <a:p>
            <a:pPr marL="285750" indent="-285750">
              <a:buFont typeface="Arial" panose="020B0604020202020204" pitchFamily="34" charset="0"/>
              <a:buChar char="•"/>
            </a:pPr>
            <a:r>
              <a:rPr lang="en-US" sz="2400" dirty="0">
                <a:solidFill>
                  <a:schemeClr val="accent2"/>
                </a:solidFill>
              </a:rPr>
              <a:t>Division</a:t>
            </a:r>
          </a:p>
          <a:p>
            <a:pPr marL="285750" indent="-285750">
              <a:buFont typeface="Arial" panose="020B0604020202020204" pitchFamily="34" charset="0"/>
              <a:buChar char="•"/>
            </a:pPr>
            <a:r>
              <a:rPr lang="en-US" sz="2400" dirty="0">
                <a:solidFill>
                  <a:schemeClr val="accent2"/>
                </a:solidFill>
              </a:rPr>
              <a:t>Contracted Revenue</a:t>
            </a:r>
          </a:p>
          <a:p>
            <a:pPr marL="285750" indent="-285750">
              <a:buFont typeface="Arial" panose="020B0604020202020204" pitchFamily="34" charset="0"/>
              <a:buChar char="•"/>
            </a:pPr>
            <a:r>
              <a:rPr lang="en-US" sz="2400" dirty="0">
                <a:solidFill>
                  <a:schemeClr val="accent2"/>
                </a:solidFill>
              </a:rPr>
              <a:t>Contracted Estimated Hours</a:t>
            </a:r>
          </a:p>
        </p:txBody>
      </p:sp>
    </p:spTree>
    <p:extLst>
      <p:ext uri="{BB962C8B-B14F-4D97-AF65-F5344CB8AC3E}">
        <p14:creationId xmlns:p14="http://schemas.microsoft.com/office/powerpoint/2010/main" val="771742402"/>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10425D48-9EB6-AF44-FD8B-C94BDC61E04D}"/>
            </a:ext>
          </a:extLst>
        </p:cNvPr>
        <p:cNvGrpSpPr/>
        <p:nvPr/>
      </p:nvGrpSpPr>
      <p:grpSpPr>
        <a:xfrm>
          <a:off x="0" y="0"/>
          <a:ext cx="0" cy="0"/>
          <a:chOff x="0" y="0"/>
          <a:chExt cx="0" cy="0"/>
        </a:xfrm>
      </p:grpSpPr>
      <p:sp>
        <p:nvSpPr>
          <p:cNvPr id="3" name="Subtitle 2">
            <a:extLst>
              <a:ext uri="{FF2B5EF4-FFF2-40B4-BE49-F238E27FC236}">
                <a16:creationId xmlns:a16="http://schemas.microsoft.com/office/drawing/2014/main" id="{289163FF-76B4-7FD6-3BD6-25862D86C015}"/>
              </a:ext>
            </a:extLst>
          </p:cNvPr>
          <p:cNvSpPr>
            <a:spLocks noGrp="1"/>
          </p:cNvSpPr>
          <p:nvPr>
            <p:ph type="subTitle" idx="1"/>
          </p:nvPr>
        </p:nvSpPr>
        <p:spPr>
          <a:xfrm>
            <a:off x="578860" y="5407129"/>
            <a:ext cx="7248719" cy="734384"/>
          </a:xfrm>
        </p:spPr>
        <p:txBody>
          <a:bodyPr>
            <a:noAutofit/>
          </a:bodyPr>
          <a:lstStyle/>
          <a:p>
            <a:pPr algn="l"/>
            <a:r>
              <a:rPr lang="en-US" sz="4800" dirty="0">
                <a:solidFill>
                  <a:srgbClr val="666666"/>
                </a:solidFill>
              </a:rPr>
              <a:t>How do we look ahead?</a:t>
            </a:r>
          </a:p>
        </p:txBody>
      </p:sp>
      <p:pic>
        <p:nvPicPr>
          <p:cNvPr id="9" name="Picture 8">
            <a:extLst>
              <a:ext uri="{FF2B5EF4-FFF2-40B4-BE49-F238E27FC236}">
                <a16:creationId xmlns:a16="http://schemas.microsoft.com/office/drawing/2014/main" id="{44D06095-5653-7AA5-EA47-97EA94D4EA75}"/>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9277412" y="546095"/>
            <a:ext cx="2457495" cy="1744821"/>
          </a:xfrm>
          <a:prstGeom prst="rect">
            <a:avLst/>
          </a:prstGeom>
        </p:spPr>
      </p:pic>
      <p:sp>
        <p:nvSpPr>
          <p:cNvPr id="2" name="TextBox 1">
            <a:extLst>
              <a:ext uri="{FF2B5EF4-FFF2-40B4-BE49-F238E27FC236}">
                <a16:creationId xmlns:a16="http://schemas.microsoft.com/office/drawing/2014/main" id="{17B4A158-5A13-B2B3-DC7E-963ED188BEF5}"/>
              </a:ext>
            </a:extLst>
          </p:cNvPr>
          <p:cNvSpPr txBox="1"/>
          <p:nvPr/>
        </p:nvSpPr>
        <p:spPr>
          <a:xfrm>
            <a:off x="993200" y="2126252"/>
            <a:ext cx="8224442" cy="1569660"/>
          </a:xfrm>
          <a:prstGeom prst="rect">
            <a:avLst/>
          </a:prstGeom>
          <a:noFill/>
        </p:spPr>
        <p:txBody>
          <a:bodyPr wrap="square" rtlCol="0" anchor="ctr">
            <a:spAutoFit/>
          </a:bodyPr>
          <a:lstStyle/>
          <a:p>
            <a:pPr marL="285750" indent="-285750">
              <a:buFont typeface="Arial" panose="020B0604020202020204" pitchFamily="34" charset="0"/>
              <a:buChar char="•"/>
            </a:pPr>
            <a:r>
              <a:rPr lang="en-US" sz="2400" dirty="0">
                <a:solidFill>
                  <a:schemeClr val="accent2"/>
                </a:solidFill>
              </a:rPr>
              <a:t>Learns from past jobs to spot patterns that impact profit</a:t>
            </a:r>
          </a:p>
          <a:p>
            <a:pPr marL="285750" indent="-285750">
              <a:buFont typeface="Arial" panose="020B0604020202020204" pitchFamily="34" charset="0"/>
              <a:buChar char="•"/>
            </a:pPr>
            <a:r>
              <a:rPr lang="en-US" sz="2400" dirty="0">
                <a:solidFill>
                  <a:schemeClr val="accent2"/>
                </a:solidFill>
              </a:rPr>
              <a:t>Predicts profit on new jobs to flag potential risk early</a:t>
            </a:r>
          </a:p>
          <a:p>
            <a:pPr marL="285750" indent="-285750">
              <a:buFont typeface="Arial" panose="020B0604020202020204" pitchFamily="34" charset="0"/>
              <a:buChar char="•"/>
            </a:pPr>
            <a:r>
              <a:rPr lang="en-US" sz="2400" dirty="0">
                <a:solidFill>
                  <a:schemeClr val="accent2"/>
                </a:solidFill>
              </a:rPr>
              <a:t>Improves as more completed jobs are added</a:t>
            </a:r>
          </a:p>
          <a:p>
            <a:pPr marL="285750" indent="-285750">
              <a:buFont typeface="Arial" panose="020B0604020202020204" pitchFamily="34" charset="0"/>
              <a:buChar char="•"/>
            </a:pPr>
            <a:r>
              <a:rPr lang="en-US" sz="2400" dirty="0">
                <a:solidFill>
                  <a:schemeClr val="accent2"/>
                </a:solidFill>
              </a:rPr>
              <a:t>Helps us decide where to review, adjust, and improve</a:t>
            </a:r>
          </a:p>
        </p:txBody>
      </p:sp>
    </p:spTree>
    <p:extLst>
      <p:ext uri="{BB962C8B-B14F-4D97-AF65-F5344CB8AC3E}">
        <p14:creationId xmlns:p14="http://schemas.microsoft.com/office/powerpoint/2010/main" val="3216452497"/>
      </p:ext>
    </p:extLst>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Wood Type">
  <a:themeElements>
    <a:clrScheme name="Wood Type">
      <a:dk1>
        <a:sysClr val="windowText" lastClr="000000"/>
      </a:dk1>
      <a:lt1>
        <a:sysClr val="window" lastClr="FFFFFF"/>
      </a:lt1>
      <a:dk2>
        <a:srgbClr val="696464"/>
      </a:dk2>
      <a:lt2>
        <a:srgbClr val="E9E5DC"/>
      </a:lt2>
      <a:accent1>
        <a:srgbClr val="D34817"/>
      </a:accent1>
      <a:accent2>
        <a:srgbClr val="9B2D1F"/>
      </a:accent2>
      <a:accent3>
        <a:srgbClr val="A28E6A"/>
      </a:accent3>
      <a:accent4>
        <a:srgbClr val="956251"/>
      </a:accent4>
      <a:accent5>
        <a:srgbClr val="918485"/>
      </a:accent5>
      <a:accent6>
        <a:srgbClr val="855D5D"/>
      </a:accent6>
      <a:hlink>
        <a:srgbClr val="CC9900"/>
      </a:hlink>
      <a:folHlink>
        <a:srgbClr val="96A9A9"/>
      </a:folHlink>
    </a:clrScheme>
    <a:fontScheme name="Wood Type">
      <a:majorFont>
        <a:latin typeface="Rockwell Condensed" panose="02060603050405020104"/>
        <a:ea typeface=""/>
        <a:cs typeface=""/>
        <a:font script="Grek" typeface="Cambria"/>
        <a:font script="Cyrl" typeface="Cambria"/>
        <a:font script="Jpan" typeface="HG明朝B"/>
        <a:font script="Hang" typeface="바탕"/>
        <a:font script="Hans" typeface="方正姚体"/>
        <a:font script="Hant" typeface="微軟正黑體"/>
        <a:font script="Arab" typeface="Times New Roman"/>
        <a:font script="Hebr" typeface="David"/>
        <a:font script="Thai" typeface="JasmineUPC"/>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ajorFont>
      <a:minorFont>
        <a:latin typeface="Rockwell" panose="02060603020205020403"/>
        <a:ea typeface=""/>
        <a:cs typeface=""/>
        <a:font script="Grek" typeface="Cambria"/>
        <a:font script="Cyrl" typeface="Cambria"/>
        <a:font script="Jpan" typeface="HG明朝B"/>
        <a:font script="Hang" typeface="바탕"/>
        <a:font script="Hans" typeface="方正姚体"/>
        <a:font script="Hant" typeface="標楷體"/>
        <a:font script="Arab" typeface="Times New Roman"/>
        <a:font script="Hebr" typeface="David"/>
        <a:font script="Thai" typeface="JasmineUPC"/>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inorFont>
    </a:fontScheme>
    <a:fmtScheme name="Wood Type">
      <a:fillStyleLst>
        <a:solidFill>
          <a:schemeClr val="phClr"/>
        </a:solidFill>
        <a:blipFill rotWithShape="1">
          <a:blip xmlns:r="http://schemas.openxmlformats.org/officeDocument/2006/relationships" r:embed="rId1">
            <a:duotone>
              <a:schemeClr val="phClr">
                <a:tint val="70000"/>
                <a:shade val="63000"/>
              </a:schemeClr>
              <a:schemeClr val="phClr">
                <a:tint val="10000"/>
                <a:satMod val="150000"/>
              </a:schemeClr>
            </a:duotone>
          </a:blip>
          <a:tile tx="0" ty="0" sx="60000" sy="59000" flip="none" algn="tl"/>
        </a:blipFill>
        <a:blipFill rotWithShape="1">
          <a:blip xmlns:r="http://schemas.openxmlformats.org/officeDocument/2006/relationships" r:embed="rId1">
            <a:duotone>
              <a:schemeClr val="phClr">
                <a:shade val="36000"/>
                <a:satMod val="120000"/>
              </a:schemeClr>
              <a:schemeClr val="phClr">
                <a:tint val="40000"/>
              </a:schemeClr>
            </a:duotone>
          </a:blip>
          <a:tile tx="0" ty="0" sx="60000" sy="59000" flip="none" algn="tl"/>
        </a:blipFill>
      </a:fillStyleLst>
      <a:lnStyleLst>
        <a:ln w="6350" cap="flat" cmpd="sng" algn="ctr">
          <a:solidFill>
            <a:schemeClr val="phClr"/>
          </a:solidFill>
          <a:prstDash val="solid"/>
        </a:ln>
        <a:ln w="12700" cap="flat" cmpd="sng" algn="ctr">
          <a:solidFill>
            <a:schemeClr val="phClr"/>
          </a:solidFill>
          <a:prstDash val="solid"/>
        </a:ln>
        <a:ln w="19050" cap="flat" cmpd="sng" algn="ctr">
          <a:solidFill>
            <a:schemeClr val="phClr"/>
          </a:solidFill>
          <a:prstDash val="solid"/>
        </a:ln>
      </a:lnStyleLst>
      <a:effectStyleLst>
        <a:effectStyle>
          <a:effectLst/>
        </a:effectStyle>
        <a:effectStyle>
          <a:effectLst>
            <a:softEdge rad="12700"/>
          </a:effectLst>
        </a:effectStyle>
        <a:effectStyle>
          <a:effectLst>
            <a:outerShdw blurRad="50800" dist="19050" dir="5400000" algn="tl" rotWithShape="0">
              <a:srgbClr val="000000">
                <a:alpha val="60000"/>
              </a:srgbClr>
            </a:outerShdw>
            <a:softEdge rad="12700"/>
          </a:effectLst>
        </a:effectStyle>
      </a:effectStyleLst>
      <a:bgFillStyleLst>
        <a:solidFill>
          <a:schemeClr val="phClr"/>
        </a:solidFill>
        <a:solidFill>
          <a:schemeClr val="phClr">
            <a:shade val="97000"/>
            <a:satMod val="150000"/>
          </a:schemeClr>
        </a:solidFill>
        <a:blipFill rotWithShape="1">
          <a:blip xmlns:r="http://schemas.openxmlformats.org/officeDocument/2006/relationships" r:embed="rId1">
            <a:duotone>
              <a:schemeClr val="phClr">
                <a:tint val="75000"/>
                <a:shade val="58000"/>
                <a:satMod val="120000"/>
              </a:schemeClr>
              <a:schemeClr val="phClr">
                <a:tint val="50000"/>
                <a:shade val="96000"/>
              </a:schemeClr>
            </a:duotone>
          </a:blip>
          <a:tile tx="0" ty="0" sx="100000" sy="100000" flip="none" algn="tl"/>
        </a:blipFill>
      </a:bgFillStyleLst>
    </a:fmtScheme>
  </a:themeElements>
  <a:objectDefaults/>
  <a:extraClrSchemeLst/>
  <a:extLst>
    <a:ext uri="{05A4C25C-085E-4340-85A3-A5531E510DB2}">
      <thm15:themeFamily xmlns:thm15="http://schemas.microsoft.com/office/thememl/2012/main" name="Wood Type" id="{7ACABC62-BF99-48CF-A9DC-4DB89C7B13DC}" vid="{142A1326-48AB-42A9-8428-CB14AA30176D}"/>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emplate>TM03090434[[fn=Wood Type]]</Template>
  <TotalTime>508</TotalTime>
  <Words>825</Words>
  <Application>Microsoft Office PowerPoint</Application>
  <PresentationFormat>Widescreen</PresentationFormat>
  <Paragraphs>57</Paragraphs>
  <Slides>13</Slides>
  <Notes>13</Notes>
  <HiddenSlides>0</HiddenSlides>
  <MMClips>0</MMClips>
  <ScaleCrop>false</ScaleCrop>
  <HeadingPairs>
    <vt:vector size="6" baseType="variant">
      <vt:variant>
        <vt:lpstr>Fonts Used</vt:lpstr>
      </vt:variant>
      <vt:variant>
        <vt:i4>8</vt:i4>
      </vt:variant>
      <vt:variant>
        <vt:lpstr>Theme</vt:lpstr>
      </vt:variant>
      <vt:variant>
        <vt:i4>1</vt:i4>
      </vt:variant>
      <vt:variant>
        <vt:lpstr>Slide Titles</vt:lpstr>
      </vt:variant>
      <vt:variant>
        <vt:i4>13</vt:i4>
      </vt:variant>
    </vt:vector>
  </HeadingPairs>
  <TitlesOfParts>
    <vt:vector size="22" baseType="lpstr">
      <vt:lpstr>Amasis MT Pro Medium</vt:lpstr>
      <vt:lpstr>Aptos</vt:lpstr>
      <vt:lpstr>Arial</vt:lpstr>
      <vt:lpstr>Calibri</vt:lpstr>
      <vt:lpstr>Rockwell</vt:lpstr>
      <vt:lpstr>Rockwell Condensed</vt:lpstr>
      <vt:lpstr>Rockwell Extra Bold</vt:lpstr>
      <vt:lpstr>Wingdings</vt:lpstr>
      <vt:lpstr>Wood Type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BJ  Joyner</dc:creator>
  <cp:lastModifiedBy>BJ  Joyner</cp:lastModifiedBy>
  <cp:revision>1</cp:revision>
  <dcterms:created xsi:type="dcterms:W3CDTF">2026-02-09T20:27:31Z</dcterms:created>
  <dcterms:modified xsi:type="dcterms:W3CDTF">2026-02-21T15:59:05Z</dcterms:modified>
</cp:coreProperties>
</file>